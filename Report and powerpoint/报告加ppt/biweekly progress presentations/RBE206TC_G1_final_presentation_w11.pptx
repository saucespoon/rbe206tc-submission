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1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6.svg" ContentType="image/svg+xml"/>
  <Override PartName="/ppt/media/image48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  <p:sldMasterId id="2147483694" r:id="rId20"/>
  </p:sldMasterIdLst>
  <p:notesMasterIdLst>
    <p:notesMasterId r:id="rId22"/>
  </p:notesMasterIdLst>
  <p:sldIdLst>
    <p:sldId id="256" r:id="rId21"/>
    <p:sldId id="257" r:id="rId23"/>
    <p:sldId id="283" r:id="rId24"/>
    <p:sldId id="291" r:id="rId25"/>
    <p:sldId id="284" r:id="rId26"/>
    <p:sldId id="276" r:id="rId27"/>
    <p:sldId id="277" r:id="rId28"/>
    <p:sldId id="278" r:id="rId29"/>
    <p:sldId id="285" r:id="rId30"/>
    <p:sldId id="279" r:id="rId31"/>
    <p:sldId id="292" r:id="rId32"/>
    <p:sldId id="287" r:id="rId33"/>
    <p:sldId id="260" r:id="rId34"/>
    <p:sldId id="280" r:id="rId35"/>
    <p:sldId id="281" r:id="rId36"/>
    <p:sldId id="282" r:id="rId37"/>
    <p:sldId id="269" r:id="rId38"/>
    <p:sldId id="293" r:id="rId39"/>
    <p:sldId id="259" r:id="rId40"/>
    <p:sldId id="286" r:id="rId41"/>
    <p:sldId id="274" r:id="rId42"/>
    <p:sldId id="264" r:id="rId43"/>
    <p:sldId id="267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76" userDrawn="1">
          <p15:clr>
            <a:srgbClr val="747775"/>
          </p15:clr>
        </p15:guide>
        <p15:guide id="2" pos="289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76"/>
        <p:guide pos="289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23.xml"/><Relationship Id="rId43" Type="http://schemas.openxmlformats.org/officeDocument/2006/relationships/slide" Target="slides/slide22.xml"/><Relationship Id="rId42" Type="http://schemas.openxmlformats.org/officeDocument/2006/relationships/slide" Target="slides/slide21.xml"/><Relationship Id="rId41" Type="http://schemas.openxmlformats.org/officeDocument/2006/relationships/slide" Target="slides/slide20.xml"/><Relationship Id="rId40" Type="http://schemas.openxmlformats.org/officeDocument/2006/relationships/slide" Target="slides/slide1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8.xml"/><Relationship Id="rId38" Type="http://schemas.openxmlformats.org/officeDocument/2006/relationships/slide" Target="slides/slide17.xml"/><Relationship Id="rId37" Type="http://schemas.openxmlformats.org/officeDocument/2006/relationships/slide" Target="slides/slide16.xml"/><Relationship Id="rId36" Type="http://schemas.openxmlformats.org/officeDocument/2006/relationships/slide" Target="slides/slide15.xml"/><Relationship Id="rId35" Type="http://schemas.openxmlformats.org/officeDocument/2006/relationships/slide" Target="slides/slide14.xml"/><Relationship Id="rId34" Type="http://schemas.openxmlformats.org/officeDocument/2006/relationships/slide" Target="slides/slide13.xml"/><Relationship Id="rId33" Type="http://schemas.openxmlformats.org/officeDocument/2006/relationships/slide" Target="slides/slide12.xml"/><Relationship Id="rId32" Type="http://schemas.openxmlformats.org/officeDocument/2006/relationships/slide" Target="slides/slide11.xml"/><Relationship Id="rId31" Type="http://schemas.openxmlformats.org/officeDocument/2006/relationships/slide" Target="slides/slide10.xml"/><Relationship Id="rId30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8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们的Otto机器人项目最终展示。今天，我们将向大家汇报一款集智能感知与自主行走于一体的四足机器人。这个项目不仅是一次技术实践，更是我们探索机器人自主行为与智能控制的起点。接下来，我们将详细介绍项目的背景、核心功能、技术突破以及最终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项目的背景和目标。我们的Otto机器人项目，旨在探索小型机器人的智能感知与自主行走能力。我们的核心目标非常明确：实现稳定的自主行走，集成摄像头和超声波传感器以感知环境，让机器人能根据视觉信息做出反应，并提供可靠的远程遥控作为安全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项目的背景和目标。我们的Otto机器人项目，旨在探索小型机器人的智能感知与自主行走能力。我们的核心目标非常明确：实现稳定的自主行走，集成摄像头和超声波传感器以感知环境，让机器人能根据视觉信息做出反应，并提供可靠的远程遥控作为安全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cs-CZ" altLang="en-US" smtClean="0"/>
              <a:t>1.7.2013</a:t>
            </a:r>
            <a:endParaRPr lang="cs-CZ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技术突破在于视觉模型的训练。我们深知高质量数据的重要性，因此采集了超过1800张图片，并通过数据增强技术扩充了数据集。我们选择了轻量级的MobileNet-SSD模型，并经过反复训练，最终实现了超过98%的识别准确率，成功地将“火眼金睛”赋予了机器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我们的系统架构分为硬件和软件两层，两者紧密协同，缺一不可。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首先，左侧的硬件层构成了机器人的物理基础。我们以 Arduino 作为“大脑”，负责数据处理和逻辑运算。执行端，4个伺服电机精准驱动腿部，确保了步态的稳定。在感知方面，摄像头和超声波传感器分别提供了视觉和听觉能力，配合稳定的电源模块，为机器人的运转提供了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右侧的软件层赋予了机器人“灵魂”。感知算法基于 TensorFlow Lite 实现视觉识别，同时处理超声波数据以规避障碍物。控制算法中的步态生成器计算出精确的动作序列，双模控制器则保证了自动与手动模式的灵活切换。最上层的应用层通过手机App实现人机交互，让我们能便捷地操控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正是这种软硬件深度融合的架构，确保了机器人高效、稳定且灵活地运行。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我们的系统架构分为硬件和软件两层，两者紧密协同，缺一不可。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首先，左侧的硬件层构成了机器人的物理基础。我们以 Arduino 作为“大脑”，负责数据处理和逻辑运算。执行端，4个伺服电机精准驱动腿部，确保了步态的稳定。在感知方面，摄像头和超声波传感器分别提供了视觉和听觉能力，配合稳定的电源模块，为机器人的运转提供了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右侧的软件层赋予了机器人“灵魂”。感知算法基于 TensorFlow Lite 实现视觉识别，同时处理超声波数据以规避障碍物。控制算法中的步态生成器计算出精确的动作序列，双模控制器则保证了自动与手动模式的灵活切换。最上层的应用层通过手机App实现人机交互，让我们能便捷地操控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正是这种软硬件深度融合的架构，确保了机器人高效、稳定且灵活地运行。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我们的系统架构分为硬件和软件两层，两者紧密协同，缺一不可。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首先，左侧的硬件层构成了机器人的物理基础。我们以 Arduino 作为“大脑”，负责数据处理和逻辑运算。执行端，4个伺服电机精准驱动腿部，确保了步态的稳定。在感知方面，摄像头和超声波传感器分别提供了视觉和听觉能力，配合稳定的电源模块，为机器人的运转提供了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右侧的软件层赋予了机器人“灵魂”。感知算法基于 TensorFlow Lite 实现视觉识别，同时处理超声波数据以规避障碍物。控制算法中的步态生成器计算出精确的动作序列，双模控制器则保证了自动与手动模式的灵活切换。最上层的应用层通过手机App实现人机交互，让我们能便捷地操控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正是这种软硬件深度融合的架构，确保了机器人高效、稳定且灵活地运行。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技术突破在于视觉模型的训练。我们深知高质量数据的重要性，因此采集了超过1800张图片，并通过数据增强技术扩充了数据集。我们选择了轻量级的MobileNet-SSD模型，并经过反复训练，最终实现了超过98%的识别准确率，成功地将“火眼金睛”赋予了机器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我们的系统架构分为硬件和软件两层，两者紧密协同，缺一不可。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首先，左侧的硬件层构成了机器人的物理基础。我们以 Arduino 作为“大脑”，负责数据处理和逻辑运算。执行端，4个伺服电机精准驱动腿部，确保了步态的稳定。在感知方面，摄像头和超声波传感器分别提供了视觉和听觉能力，配合稳定的电源模块，为机器人的运转提供了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右侧的软件层赋予了机器人“灵魂”。感知算法基于 TensorFlow Lite 实现视觉识别，同时处理超声波数据以规避障碍物。控制算法中的步态生成器计算出精确的动作序列，双模控制器则保证了自动与手动模式的灵活切换。最上层的应用层通过手机App实现人机交互，让我们能便捷地操控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正是这种软硬件深度融合的架构，确保了机器人高效、稳定且灵活地运行。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cs-CZ" altLang="en-US" smtClean="0"/>
              <a:t>1.7.2013</a:t>
            </a:r>
            <a:endParaRPr lang="cs-CZ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第二个核心功能是双模控制。机器人既可以自主运行，也可以在遇到困难时由用户通过手机远程接管。这种设计极大地提升了系统的可靠性和灵活性，不仅能避免意外，还方便了我们在开发过程中的调试工作。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第二个核心功能是双模控制。机器人既可以自主运行，也可以在遇到困难时由用户通过手机远程接管。这种设计极大地提升了系统的可靠性和灵活性，不仅能避免意外，还方便了我们在开发过程中的调试工作。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第二个核心功能是双模控制。机器人既可以自主运行，也可以在遇到困难时由用户通过手机远程接管。这种设计极大地提升了系统的可靠性和灵活性，不仅能避免意外，还方便了我们在开发过程中的调试工作。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第二个核心功能是双模控制。机器人既可以自主运行，也可以在遇到困难时由用户通过手机远程接管。这种设计极大地提升了系统的可靠性和灵活性，不仅能避免意外，还方便了我们在开发过程中的调试工作。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第二个核心功能是双模控制。机器人既可以自主运行，也可以在遇到困难时由用户通过手机远程接管。这种设计极大地提升了系统的可靠性和灵活性，不仅能避免意外，还方便了我们在开发过程中的调试工作。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技术突破在于视觉模型的训练。我们深知高质量数据的重要性，因此采集了超过1800张图片，并通过数据增强技术扩充了数据集。我们选择了轻量级的MobileNet-SSD模型，并经过反复训练，最终实现了超过98%的识别准确率，成功地将“火眼金睛”赋予了机器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cs-CZ" altLang="en-US" smtClean="0"/>
              <a:t>1.7.2013</a:t>
            </a:r>
            <a:endParaRPr lang="cs-CZ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核心功能是智能视觉识别。通过摄像头，机器人能够“看懂”世界。它可以识别特定的物块，并根据识别结果做出相应的动作。这个过程包括图像采集、目标检测和决策执行三个步骤。这项技术在工业分拣、家庭服务和教育等领域都有广泛的应用前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技术突破在于视觉模型的训练。我们深知高质量数据的重要性，因此采集了超过1800张图片，并通过数据增强技术扩充了数据集。我们选择了轻量级的MobileNet-SSD模型，并经过反复训练，最终实现了超过98%的识别准确率，成功地将“火眼金睛”赋予了机器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技术突破在于视觉模型的训练。我们深知高质量数据的重要性，因此采集了超过1800张图片，并通过数据增强技术扩充了数据集。我们选择了轻量级的MobileNet-SSD模型，并经过反复训练，最终实现了超过98%的识别准确率，成功地将“火眼金睛”赋予了机器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技术突破是精准的步态控制。我们通过逆运动学求解和PID闭环控制，为机器人规划了优雅而稳健的步伐。无论是前进还是转弯，我们都精确计算了每个电机的角度，确保了动作的准确性和行走的稳定性。这让我们的Otto机器人能够像真正的生物一样，平稳地移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99" Type="http://schemas.openxmlformats.org/officeDocument/2006/relationships/tags" Target="../tags/tag87.xml"/><Relationship Id="rId98" Type="http://schemas.openxmlformats.org/officeDocument/2006/relationships/tags" Target="../tags/tag86.xml"/><Relationship Id="rId97" Type="http://schemas.openxmlformats.org/officeDocument/2006/relationships/tags" Target="../tags/tag85.xml"/><Relationship Id="rId96" Type="http://schemas.openxmlformats.org/officeDocument/2006/relationships/tags" Target="../tags/tag84.xml"/><Relationship Id="rId95" Type="http://schemas.openxmlformats.org/officeDocument/2006/relationships/tags" Target="../tags/tag83.xml"/><Relationship Id="rId94" Type="http://schemas.openxmlformats.org/officeDocument/2006/relationships/tags" Target="../tags/tag82.xml"/><Relationship Id="rId93" Type="http://schemas.openxmlformats.org/officeDocument/2006/relationships/tags" Target="../tags/tag81.xml"/><Relationship Id="rId92" Type="http://schemas.openxmlformats.org/officeDocument/2006/relationships/tags" Target="../tags/tag80.xml"/><Relationship Id="rId91" Type="http://schemas.openxmlformats.org/officeDocument/2006/relationships/tags" Target="../tags/tag79.xml"/><Relationship Id="rId90" Type="http://schemas.openxmlformats.org/officeDocument/2006/relationships/tags" Target="../tags/tag78.xml"/><Relationship Id="rId9" Type="http://schemas.openxmlformats.org/officeDocument/2006/relationships/tags" Target="../tags/tag7.xml"/><Relationship Id="rId89" Type="http://schemas.openxmlformats.org/officeDocument/2006/relationships/tags" Target="../tags/tag77.xml"/><Relationship Id="rId88" Type="http://schemas.openxmlformats.org/officeDocument/2006/relationships/tags" Target="../tags/tag76.xml"/><Relationship Id="rId87" Type="http://schemas.openxmlformats.org/officeDocument/2006/relationships/tags" Target="../tags/tag75.xml"/><Relationship Id="rId86" Type="http://schemas.openxmlformats.org/officeDocument/2006/relationships/tags" Target="../tags/tag74.xml"/><Relationship Id="rId85" Type="http://schemas.openxmlformats.org/officeDocument/2006/relationships/tags" Target="../tags/tag73.xml"/><Relationship Id="rId84" Type="http://schemas.openxmlformats.org/officeDocument/2006/relationships/tags" Target="../tags/tag72.xml"/><Relationship Id="rId83" Type="http://schemas.openxmlformats.org/officeDocument/2006/relationships/tags" Target="../tags/tag71.xml"/><Relationship Id="rId82" Type="http://schemas.openxmlformats.org/officeDocument/2006/relationships/tags" Target="../tags/tag70.xml"/><Relationship Id="rId81" Type="http://schemas.openxmlformats.org/officeDocument/2006/relationships/tags" Target="../tags/tag69.xml"/><Relationship Id="rId80" Type="http://schemas.openxmlformats.org/officeDocument/2006/relationships/tags" Target="../tags/tag68.xml"/><Relationship Id="rId8" Type="http://schemas.openxmlformats.org/officeDocument/2006/relationships/tags" Target="../tags/tag6.xml"/><Relationship Id="rId79" Type="http://schemas.openxmlformats.org/officeDocument/2006/relationships/tags" Target="../tags/tag67.xml"/><Relationship Id="rId78" Type="http://schemas.openxmlformats.org/officeDocument/2006/relationships/tags" Target="../tags/tag66.xml"/><Relationship Id="rId77" Type="http://schemas.openxmlformats.org/officeDocument/2006/relationships/tags" Target="../tags/tag65.xml"/><Relationship Id="rId76" Type="http://schemas.openxmlformats.org/officeDocument/2006/relationships/tags" Target="../tags/tag64.xml"/><Relationship Id="rId75" Type="http://schemas.openxmlformats.org/officeDocument/2006/relationships/tags" Target="../tags/tag63.xml"/><Relationship Id="rId74" Type="http://schemas.openxmlformats.org/officeDocument/2006/relationships/tags" Target="../tags/tag62.xml"/><Relationship Id="rId73" Type="http://schemas.openxmlformats.org/officeDocument/2006/relationships/tags" Target="../tags/tag61.xml"/><Relationship Id="rId72" Type="http://schemas.openxmlformats.org/officeDocument/2006/relationships/tags" Target="../tags/tag60.xml"/><Relationship Id="rId71" Type="http://schemas.openxmlformats.org/officeDocument/2006/relationships/tags" Target="../tags/tag59.xml"/><Relationship Id="rId70" Type="http://schemas.openxmlformats.org/officeDocument/2006/relationships/tags" Target="../tags/tag58.xml"/><Relationship Id="rId7" Type="http://schemas.openxmlformats.org/officeDocument/2006/relationships/tags" Target="../tags/tag5.xml"/><Relationship Id="rId69" Type="http://schemas.openxmlformats.org/officeDocument/2006/relationships/tags" Target="../tags/tag57.xml"/><Relationship Id="rId68" Type="http://schemas.openxmlformats.org/officeDocument/2006/relationships/tags" Target="../tags/tag56.xml"/><Relationship Id="rId67" Type="http://schemas.openxmlformats.org/officeDocument/2006/relationships/tags" Target="../tags/tag55.xml"/><Relationship Id="rId66" Type="http://schemas.openxmlformats.org/officeDocument/2006/relationships/tags" Target="../tags/tag54.xml"/><Relationship Id="rId65" Type="http://schemas.openxmlformats.org/officeDocument/2006/relationships/tags" Target="../tags/tag53.xml"/><Relationship Id="rId64" Type="http://schemas.openxmlformats.org/officeDocument/2006/relationships/tags" Target="../tags/tag52.xml"/><Relationship Id="rId63" Type="http://schemas.openxmlformats.org/officeDocument/2006/relationships/tags" Target="../tags/tag51.xml"/><Relationship Id="rId62" Type="http://schemas.openxmlformats.org/officeDocument/2006/relationships/tags" Target="../tags/tag50.xml"/><Relationship Id="rId61" Type="http://schemas.openxmlformats.org/officeDocument/2006/relationships/tags" Target="../tags/tag49.xml"/><Relationship Id="rId60" Type="http://schemas.openxmlformats.org/officeDocument/2006/relationships/tags" Target="../tags/tag48.xml"/><Relationship Id="rId6" Type="http://schemas.openxmlformats.org/officeDocument/2006/relationships/tags" Target="../tags/tag4.xml"/><Relationship Id="rId59" Type="http://schemas.openxmlformats.org/officeDocument/2006/relationships/tags" Target="../tags/tag47.xml"/><Relationship Id="rId58" Type="http://schemas.openxmlformats.org/officeDocument/2006/relationships/tags" Target="../tags/tag46.xml"/><Relationship Id="rId57" Type="http://schemas.openxmlformats.org/officeDocument/2006/relationships/tags" Target="../tags/tag45.xml"/><Relationship Id="rId56" Type="http://schemas.openxmlformats.org/officeDocument/2006/relationships/tags" Target="../tags/tag44.xml"/><Relationship Id="rId55" Type="http://schemas.openxmlformats.org/officeDocument/2006/relationships/tags" Target="../tags/tag43.xml"/><Relationship Id="rId54" Type="http://schemas.openxmlformats.org/officeDocument/2006/relationships/tags" Target="../tags/tag42.xml"/><Relationship Id="rId53" Type="http://schemas.openxmlformats.org/officeDocument/2006/relationships/tags" Target="../tags/tag41.xml"/><Relationship Id="rId52" Type="http://schemas.openxmlformats.org/officeDocument/2006/relationships/tags" Target="../tags/tag40.xml"/><Relationship Id="rId51" Type="http://schemas.openxmlformats.org/officeDocument/2006/relationships/tags" Target="../tags/tag39.xml"/><Relationship Id="rId50" Type="http://schemas.openxmlformats.org/officeDocument/2006/relationships/tags" Target="../tags/tag38.xml"/><Relationship Id="rId5" Type="http://schemas.openxmlformats.org/officeDocument/2006/relationships/tags" Target="../tags/tag3.xml"/><Relationship Id="rId49" Type="http://schemas.openxmlformats.org/officeDocument/2006/relationships/tags" Target="../tags/tag37.xml"/><Relationship Id="rId48" Type="http://schemas.openxmlformats.org/officeDocument/2006/relationships/tags" Target="../tags/tag36.xml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tags" Target="../tags/tag32.xml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tags" Target="../tags/tag29.xml"/><Relationship Id="rId40" Type="http://schemas.openxmlformats.org/officeDocument/2006/relationships/tags" Target="../tags/tag28.xml"/><Relationship Id="rId4" Type="http://schemas.openxmlformats.org/officeDocument/2006/relationships/image" Target="../media/image1.png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tags" Target="../tags/tag25.xml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tags" Target="../tags/tag2.xml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tags" Target="../tags/tag13.xml"/><Relationship Id="rId24" Type="http://schemas.openxmlformats.org/officeDocument/2006/relationships/image" Target="../media/image11.svg"/><Relationship Id="rId23" Type="http://schemas.openxmlformats.org/officeDocument/2006/relationships/image" Target="../media/image10.png"/><Relationship Id="rId22" Type="http://schemas.openxmlformats.org/officeDocument/2006/relationships/tags" Target="../tags/tag12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1.xml"/><Relationship Id="rId198" Type="http://schemas.openxmlformats.org/officeDocument/2006/relationships/tags" Target="../tags/tag180.xml"/><Relationship Id="rId197" Type="http://schemas.openxmlformats.org/officeDocument/2006/relationships/image" Target="../media/image17.svg"/><Relationship Id="rId196" Type="http://schemas.openxmlformats.org/officeDocument/2006/relationships/image" Target="../media/image16.png"/><Relationship Id="rId195" Type="http://schemas.openxmlformats.org/officeDocument/2006/relationships/tags" Target="../tags/tag179.xml"/><Relationship Id="rId194" Type="http://schemas.openxmlformats.org/officeDocument/2006/relationships/image" Target="../media/image15.svg"/><Relationship Id="rId193" Type="http://schemas.openxmlformats.org/officeDocument/2006/relationships/image" Target="../media/image14.png"/><Relationship Id="rId192" Type="http://schemas.openxmlformats.org/officeDocument/2006/relationships/tags" Target="../tags/tag178.xml"/><Relationship Id="rId191" Type="http://schemas.openxmlformats.org/officeDocument/2006/relationships/image" Target="../media/image13.svg"/><Relationship Id="rId190" Type="http://schemas.openxmlformats.org/officeDocument/2006/relationships/image" Target="../media/image12.png"/><Relationship Id="rId19" Type="http://schemas.openxmlformats.org/officeDocument/2006/relationships/tags" Target="../tags/tag11.xml"/><Relationship Id="rId189" Type="http://schemas.openxmlformats.org/officeDocument/2006/relationships/tags" Target="../tags/tag177.xml"/><Relationship Id="rId188" Type="http://schemas.openxmlformats.org/officeDocument/2006/relationships/tags" Target="../tags/tag176.xml"/><Relationship Id="rId187" Type="http://schemas.openxmlformats.org/officeDocument/2006/relationships/tags" Target="../tags/tag175.xml"/><Relationship Id="rId186" Type="http://schemas.openxmlformats.org/officeDocument/2006/relationships/tags" Target="../tags/tag174.xml"/><Relationship Id="rId185" Type="http://schemas.openxmlformats.org/officeDocument/2006/relationships/tags" Target="../tags/tag173.xml"/><Relationship Id="rId184" Type="http://schemas.openxmlformats.org/officeDocument/2006/relationships/tags" Target="../tags/tag172.xml"/><Relationship Id="rId183" Type="http://schemas.openxmlformats.org/officeDocument/2006/relationships/tags" Target="../tags/tag171.xml"/><Relationship Id="rId182" Type="http://schemas.openxmlformats.org/officeDocument/2006/relationships/tags" Target="../tags/tag170.xml"/><Relationship Id="rId181" Type="http://schemas.openxmlformats.org/officeDocument/2006/relationships/tags" Target="../tags/tag169.xml"/><Relationship Id="rId180" Type="http://schemas.openxmlformats.org/officeDocument/2006/relationships/tags" Target="../tags/tag168.xml"/><Relationship Id="rId18" Type="http://schemas.openxmlformats.org/officeDocument/2006/relationships/image" Target="../media/image7.svg"/><Relationship Id="rId179" Type="http://schemas.openxmlformats.org/officeDocument/2006/relationships/tags" Target="../tags/tag167.xml"/><Relationship Id="rId178" Type="http://schemas.openxmlformats.org/officeDocument/2006/relationships/tags" Target="../tags/tag166.xml"/><Relationship Id="rId177" Type="http://schemas.openxmlformats.org/officeDocument/2006/relationships/tags" Target="../tags/tag165.xml"/><Relationship Id="rId176" Type="http://schemas.openxmlformats.org/officeDocument/2006/relationships/tags" Target="../tags/tag164.xml"/><Relationship Id="rId175" Type="http://schemas.openxmlformats.org/officeDocument/2006/relationships/tags" Target="../tags/tag163.xml"/><Relationship Id="rId174" Type="http://schemas.openxmlformats.org/officeDocument/2006/relationships/tags" Target="../tags/tag162.xml"/><Relationship Id="rId173" Type="http://schemas.openxmlformats.org/officeDocument/2006/relationships/tags" Target="../tags/tag161.xml"/><Relationship Id="rId172" Type="http://schemas.openxmlformats.org/officeDocument/2006/relationships/tags" Target="../tags/tag160.xml"/><Relationship Id="rId171" Type="http://schemas.openxmlformats.org/officeDocument/2006/relationships/tags" Target="../tags/tag159.xml"/><Relationship Id="rId170" Type="http://schemas.openxmlformats.org/officeDocument/2006/relationships/tags" Target="../tags/tag158.xml"/><Relationship Id="rId17" Type="http://schemas.openxmlformats.org/officeDocument/2006/relationships/image" Target="../media/image6.png"/><Relationship Id="rId169" Type="http://schemas.openxmlformats.org/officeDocument/2006/relationships/tags" Target="../tags/tag157.xml"/><Relationship Id="rId168" Type="http://schemas.openxmlformats.org/officeDocument/2006/relationships/tags" Target="../tags/tag156.xml"/><Relationship Id="rId167" Type="http://schemas.openxmlformats.org/officeDocument/2006/relationships/tags" Target="../tags/tag155.xml"/><Relationship Id="rId166" Type="http://schemas.openxmlformats.org/officeDocument/2006/relationships/tags" Target="../tags/tag154.xml"/><Relationship Id="rId165" Type="http://schemas.openxmlformats.org/officeDocument/2006/relationships/tags" Target="../tags/tag153.xml"/><Relationship Id="rId164" Type="http://schemas.openxmlformats.org/officeDocument/2006/relationships/tags" Target="../tags/tag152.xml"/><Relationship Id="rId163" Type="http://schemas.openxmlformats.org/officeDocument/2006/relationships/tags" Target="../tags/tag151.xml"/><Relationship Id="rId162" Type="http://schemas.openxmlformats.org/officeDocument/2006/relationships/tags" Target="../tags/tag150.xml"/><Relationship Id="rId161" Type="http://schemas.openxmlformats.org/officeDocument/2006/relationships/tags" Target="../tags/tag149.xml"/><Relationship Id="rId160" Type="http://schemas.openxmlformats.org/officeDocument/2006/relationships/tags" Target="../tags/tag148.xml"/><Relationship Id="rId16" Type="http://schemas.openxmlformats.org/officeDocument/2006/relationships/tags" Target="../tags/tag10.xml"/><Relationship Id="rId159" Type="http://schemas.openxmlformats.org/officeDocument/2006/relationships/tags" Target="../tags/tag147.xml"/><Relationship Id="rId158" Type="http://schemas.openxmlformats.org/officeDocument/2006/relationships/tags" Target="../tags/tag146.xml"/><Relationship Id="rId157" Type="http://schemas.openxmlformats.org/officeDocument/2006/relationships/tags" Target="../tags/tag145.xml"/><Relationship Id="rId156" Type="http://schemas.openxmlformats.org/officeDocument/2006/relationships/tags" Target="../tags/tag144.xml"/><Relationship Id="rId155" Type="http://schemas.openxmlformats.org/officeDocument/2006/relationships/tags" Target="../tags/tag143.xml"/><Relationship Id="rId154" Type="http://schemas.openxmlformats.org/officeDocument/2006/relationships/tags" Target="../tags/tag142.xml"/><Relationship Id="rId153" Type="http://schemas.openxmlformats.org/officeDocument/2006/relationships/tags" Target="../tags/tag141.xml"/><Relationship Id="rId152" Type="http://schemas.openxmlformats.org/officeDocument/2006/relationships/tags" Target="../tags/tag140.xml"/><Relationship Id="rId151" Type="http://schemas.openxmlformats.org/officeDocument/2006/relationships/tags" Target="../tags/tag139.xml"/><Relationship Id="rId150" Type="http://schemas.openxmlformats.org/officeDocument/2006/relationships/tags" Target="../tags/tag138.xml"/><Relationship Id="rId15" Type="http://schemas.openxmlformats.org/officeDocument/2006/relationships/image" Target="../media/image5.svg"/><Relationship Id="rId149" Type="http://schemas.openxmlformats.org/officeDocument/2006/relationships/tags" Target="../tags/tag137.xml"/><Relationship Id="rId148" Type="http://schemas.openxmlformats.org/officeDocument/2006/relationships/tags" Target="../tags/tag136.xml"/><Relationship Id="rId147" Type="http://schemas.openxmlformats.org/officeDocument/2006/relationships/tags" Target="../tags/tag135.xml"/><Relationship Id="rId146" Type="http://schemas.openxmlformats.org/officeDocument/2006/relationships/tags" Target="../tags/tag134.xml"/><Relationship Id="rId145" Type="http://schemas.openxmlformats.org/officeDocument/2006/relationships/tags" Target="../tags/tag133.xml"/><Relationship Id="rId144" Type="http://schemas.openxmlformats.org/officeDocument/2006/relationships/tags" Target="../tags/tag132.xml"/><Relationship Id="rId143" Type="http://schemas.openxmlformats.org/officeDocument/2006/relationships/tags" Target="../tags/tag131.xml"/><Relationship Id="rId142" Type="http://schemas.openxmlformats.org/officeDocument/2006/relationships/tags" Target="../tags/tag130.xml"/><Relationship Id="rId141" Type="http://schemas.openxmlformats.org/officeDocument/2006/relationships/tags" Target="../tags/tag129.xml"/><Relationship Id="rId140" Type="http://schemas.openxmlformats.org/officeDocument/2006/relationships/tags" Target="../tags/tag128.xml"/><Relationship Id="rId14" Type="http://schemas.openxmlformats.org/officeDocument/2006/relationships/image" Target="../media/image4.png"/><Relationship Id="rId139" Type="http://schemas.openxmlformats.org/officeDocument/2006/relationships/tags" Target="../tags/tag127.xml"/><Relationship Id="rId138" Type="http://schemas.openxmlformats.org/officeDocument/2006/relationships/tags" Target="../tags/tag126.xml"/><Relationship Id="rId137" Type="http://schemas.openxmlformats.org/officeDocument/2006/relationships/tags" Target="../tags/tag125.xml"/><Relationship Id="rId136" Type="http://schemas.openxmlformats.org/officeDocument/2006/relationships/tags" Target="../tags/tag124.xml"/><Relationship Id="rId135" Type="http://schemas.openxmlformats.org/officeDocument/2006/relationships/tags" Target="../tags/tag123.xml"/><Relationship Id="rId134" Type="http://schemas.openxmlformats.org/officeDocument/2006/relationships/tags" Target="../tags/tag122.xml"/><Relationship Id="rId133" Type="http://schemas.openxmlformats.org/officeDocument/2006/relationships/tags" Target="../tags/tag121.xml"/><Relationship Id="rId132" Type="http://schemas.openxmlformats.org/officeDocument/2006/relationships/tags" Target="../tags/tag120.xml"/><Relationship Id="rId131" Type="http://schemas.openxmlformats.org/officeDocument/2006/relationships/tags" Target="../tags/tag119.xml"/><Relationship Id="rId130" Type="http://schemas.openxmlformats.org/officeDocument/2006/relationships/tags" Target="../tags/tag118.xml"/><Relationship Id="rId13" Type="http://schemas.openxmlformats.org/officeDocument/2006/relationships/tags" Target="../tags/tag9.xml"/><Relationship Id="rId129" Type="http://schemas.openxmlformats.org/officeDocument/2006/relationships/tags" Target="../tags/tag117.xml"/><Relationship Id="rId128" Type="http://schemas.openxmlformats.org/officeDocument/2006/relationships/tags" Target="../tags/tag116.xml"/><Relationship Id="rId127" Type="http://schemas.openxmlformats.org/officeDocument/2006/relationships/tags" Target="../tags/tag115.xml"/><Relationship Id="rId126" Type="http://schemas.openxmlformats.org/officeDocument/2006/relationships/tags" Target="../tags/tag114.xml"/><Relationship Id="rId125" Type="http://schemas.openxmlformats.org/officeDocument/2006/relationships/tags" Target="../tags/tag113.xml"/><Relationship Id="rId124" Type="http://schemas.openxmlformats.org/officeDocument/2006/relationships/tags" Target="../tags/tag112.xml"/><Relationship Id="rId123" Type="http://schemas.openxmlformats.org/officeDocument/2006/relationships/tags" Target="../tags/tag111.xml"/><Relationship Id="rId122" Type="http://schemas.openxmlformats.org/officeDocument/2006/relationships/tags" Target="../tags/tag110.xml"/><Relationship Id="rId121" Type="http://schemas.openxmlformats.org/officeDocument/2006/relationships/tags" Target="../tags/tag109.xml"/><Relationship Id="rId120" Type="http://schemas.openxmlformats.org/officeDocument/2006/relationships/tags" Target="../tags/tag108.xml"/><Relationship Id="rId12" Type="http://schemas.openxmlformats.org/officeDocument/2006/relationships/image" Target="../media/image3.svg"/><Relationship Id="rId119" Type="http://schemas.openxmlformats.org/officeDocument/2006/relationships/tags" Target="../tags/tag107.xml"/><Relationship Id="rId118" Type="http://schemas.openxmlformats.org/officeDocument/2006/relationships/tags" Target="../tags/tag106.xml"/><Relationship Id="rId117" Type="http://schemas.openxmlformats.org/officeDocument/2006/relationships/tags" Target="../tags/tag105.xml"/><Relationship Id="rId116" Type="http://schemas.openxmlformats.org/officeDocument/2006/relationships/tags" Target="../tags/tag104.xml"/><Relationship Id="rId115" Type="http://schemas.openxmlformats.org/officeDocument/2006/relationships/tags" Target="../tags/tag103.xml"/><Relationship Id="rId114" Type="http://schemas.openxmlformats.org/officeDocument/2006/relationships/tags" Target="../tags/tag102.xml"/><Relationship Id="rId113" Type="http://schemas.openxmlformats.org/officeDocument/2006/relationships/tags" Target="../tags/tag101.xml"/><Relationship Id="rId112" Type="http://schemas.openxmlformats.org/officeDocument/2006/relationships/tags" Target="../tags/tag100.xml"/><Relationship Id="rId111" Type="http://schemas.openxmlformats.org/officeDocument/2006/relationships/tags" Target="../tags/tag99.xml"/><Relationship Id="rId110" Type="http://schemas.openxmlformats.org/officeDocument/2006/relationships/tags" Target="../tags/tag98.xml"/><Relationship Id="rId11" Type="http://schemas.openxmlformats.org/officeDocument/2006/relationships/image" Target="../media/image2.png"/><Relationship Id="rId109" Type="http://schemas.openxmlformats.org/officeDocument/2006/relationships/tags" Target="../tags/tag97.xml"/><Relationship Id="rId108" Type="http://schemas.openxmlformats.org/officeDocument/2006/relationships/tags" Target="../tags/tag96.xml"/><Relationship Id="rId107" Type="http://schemas.openxmlformats.org/officeDocument/2006/relationships/tags" Target="../tags/tag95.xml"/><Relationship Id="rId106" Type="http://schemas.openxmlformats.org/officeDocument/2006/relationships/tags" Target="../tags/tag94.xml"/><Relationship Id="rId105" Type="http://schemas.openxmlformats.org/officeDocument/2006/relationships/tags" Target="../tags/tag93.xml"/><Relationship Id="rId104" Type="http://schemas.openxmlformats.org/officeDocument/2006/relationships/tags" Target="../tags/tag92.xml"/><Relationship Id="rId103" Type="http://schemas.openxmlformats.org/officeDocument/2006/relationships/tags" Target="../tags/tag91.xml"/><Relationship Id="rId102" Type="http://schemas.openxmlformats.org/officeDocument/2006/relationships/tags" Target="../tags/tag90.xml"/><Relationship Id="rId101" Type="http://schemas.openxmlformats.org/officeDocument/2006/relationships/tags" Target="../tags/tag89.xml"/><Relationship Id="rId100" Type="http://schemas.openxmlformats.org/officeDocument/2006/relationships/tags" Target="../tags/tag88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99" Type="http://schemas.openxmlformats.org/officeDocument/2006/relationships/tags" Target="../tags/tag275.xml"/><Relationship Id="rId98" Type="http://schemas.openxmlformats.org/officeDocument/2006/relationships/tags" Target="../tags/tag274.xml"/><Relationship Id="rId97" Type="http://schemas.openxmlformats.org/officeDocument/2006/relationships/tags" Target="../tags/tag273.xml"/><Relationship Id="rId96" Type="http://schemas.openxmlformats.org/officeDocument/2006/relationships/tags" Target="../tags/tag272.xml"/><Relationship Id="rId95" Type="http://schemas.openxmlformats.org/officeDocument/2006/relationships/tags" Target="../tags/tag271.xml"/><Relationship Id="rId94" Type="http://schemas.openxmlformats.org/officeDocument/2006/relationships/tags" Target="../tags/tag270.xml"/><Relationship Id="rId93" Type="http://schemas.openxmlformats.org/officeDocument/2006/relationships/tags" Target="../tags/tag269.xml"/><Relationship Id="rId92" Type="http://schemas.openxmlformats.org/officeDocument/2006/relationships/tags" Target="../tags/tag268.xml"/><Relationship Id="rId91" Type="http://schemas.openxmlformats.org/officeDocument/2006/relationships/tags" Target="../tags/tag267.xml"/><Relationship Id="rId90" Type="http://schemas.openxmlformats.org/officeDocument/2006/relationships/tags" Target="../tags/tag266.xml"/><Relationship Id="rId9" Type="http://schemas.openxmlformats.org/officeDocument/2006/relationships/tags" Target="../tags/tag195.xml"/><Relationship Id="rId89" Type="http://schemas.openxmlformats.org/officeDocument/2006/relationships/tags" Target="../tags/tag265.xml"/><Relationship Id="rId88" Type="http://schemas.openxmlformats.org/officeDocument/2006/relationships/tags" Target="../tags/tag264.xml"/><Relationship Id="rId87" Type="http://schemas.openxmlformats.org/officeDocument/2006/relationships/tags" Target="../tags/tag263.xml"/><Relationship Id="rId86" Type="http://schemas.openxmlformats.org/officeDocument/2006/relationships/tags" Target="../tags/tag262.xml"/><Relationship Id="rId85" Type="http://schemas.openxmlformats.org/officeDocument/2006/relationships/tags" Target="../tags/tag261.xml"/><Relationship Id="rId84" Type="http://schemas.openxmlformats.org/officeDocument/2006/relationships/tags" Target="../tags/tag260.xml"/><Relationship Id="rId83" Type="http://schemas.openxmlformats.org/officeDocument/2006/relationships/tags" Target="../tags/tag259.xml"/><Relationship Id="rId82" Type="http://schemas.openxmlformats.org/officeDocument/2006/relationships/tags" Target="../tags/tag258.xml"/><Relationship Id="rId81" Type="http://schemas.openxmlformats.org/officeDocument/2006/relationships/tags" Target="../tags/tag257.xml"/><Relationship Id="rId80" Type="http://schemas.openxmlformats.org/officeDocument/2006/relationships/tags" Target="../tags/tag256.xml"/><Relationship Id="rId8" Type="http://schemas.openxmlformats.org/officeDocument/2006/relationships/tags" Target="../tags/tag194.xml"/><Relationship Id="rId79" Type="http://schemas.openxmlformats.org/officeDocument/2006/relationships/tags" Target="../tags/tag255.xml"/><Relationship Id="rId78" Type="http://schemas.openxmlformats.org/officeDocument/2006/relationships/tags" Target="../tags/tag254.xml"/><Relationship Id="rId77" Type="http://schemas.openxmlformats.org/officeDocument/2006/relationships/tags" Target="../tags/tag253.xml"/><Relationship Id="rId76" Type="http://schemas.openxmlformats.org/officeDocument/2006/relationships/tags" Target="../tags/tag252.xml"/><Relationship Id="rId75" Type="http://schemas.openxmlformats.org/officeDocument/2006/relationships/tags" Target="../tags/tag251.xml"/><Relationship Id="rId74" Type="http://schemas.openxmlformats.org/officeDocument/2006/relationships/tags" Target="../tags/tag250.xml"/><Relationship Id="rId73" Type="http://schemas.openxmlformats.org/officeDocument/2006/relationships/tags" Target="../tags/tag249.xml"/><Relationship Id="rId72" Type="http://schemas.openxmlformats.org/officeDocument/2006/relationships/tags" Target="../tags/tag248.xml"/><Relationship Id="rId71" Type="http://schemas.openxmlformats.org/officeDocument/2006/relationships/tags" Target="../tags/tag247.xml"/><Relationship Id="rId70" Type="http://schemas.openxmlformats.org/officeDocument/2006/relationships/tags" Target="../tags/tag246.xml"/><Relationship Id="rId7" Type="http://schemas.openxmlformats.org/officeDocument/2006/relationships/tags" Target="../tags/tag193.xml"/><Relationship Id="rId69" Type="http://schemas.openxmlformats.org/officeDocument/2006/relationships/tags" Target="../tags/tag245.xml"/><Relationship Id="rId68" Type="http://schemas.openxmlformats.org/officeDocument/2006/relationships/tags" Target="../tags/tag244.xml"/><Relationship Id="rId67" Type="http://schemas.openxmlformats.org/officeDocument/2006/relationships/tags" Target="../tags/tag243.xml"/><Relationship Id="rId66" Type="http://schemas.openxmlformats.org/officeDocument/2006/relationships/tags" Target="../tags/tag242.xml"/><Relationship Id="rId65" Type="http://schemas.openxmlformats.org/officeDocument/2006/relationships/tags" Target="../tags/tag241.xml"/><Relationship Id="rId64" Type="http://schemas.openxmlformats.org/officeDocument/2006/relationships/tags" Target="../tags/tag240.xml"/><Relationship Id="rId63" Type="http://schemas.openxmlformats.org/officeDocument/2006/relationships/tags" Target="../tags/tag239.xml"/><Relationship Id="rId62" Type="http://schemas.openxmlformats.org/officeDocument/2006/relationships/tags" Target="../tags/tag238.xml"/><Relationship Id="rId61" Type="http://schemas.openxmlformats.org/officeDocument/2006/relationships/tags" Target="../tags/tag237.xml"/><Relationship Id="rId60" Type="http://schemas.openxmlformats.org/officeDocument/2006/relationships/tags" Target="../tags/tag236.xml"/><Relationship Id="rId6" Type="http://schemas.openxmlformats.org/officeDocument/2006/relationships/tags" Target="../tags/tag192.xml"/><Relationship Id="rId59" Type="http://schemas.openxmlformats.org/officeDocument/2006/relationships/tags" Target="../tags/tag235.xml"/><Relationship Id="rId58" Type="http://schemas.openxmlformats.org/officeDocument/2006/relationships/tags" Target="../tags/tag234.xml"/><Relationship Id="rId57" Type="http://schemas.openxmlformats.org/officeDocument/2006/relationships/tags" Target="../tags/tag233.xml"/><Relationship Id="rId56" Type="http://schemas.openxmlformats.org/officeDocument/2006/relationships/tags" Target="../tags/tag232.xml"/><Relationship Id="rId55" Type="http://schemas.openxmlformats.org/officeDocument/2006/relationships/tags" Target="../tags/tag231.xml"/><Relationship Id="rId54" Type="http://schemas.openxmlformats.org/officeDocument/2006/relationships/tags" Target="../tags/tag230.xml"/><Relationship Id="rId53" Type="http://schemas.openxmlformats.org/officeDocument/2006/relationships/tags" Target="../tags/tag229.xml"/><Relationship Id="rId52" Type="http://schemas.openxmlformats.org/officeDocument/2006/relationships/tags" Target="../tags/tag228.xml"/><Relationship Id="rId51" Type="http://schemas.openxmlformats.org/officeDocument/2006/relationships/tags" Target="../tags/tag227.xml"/><Relationship Id="rId50" Type="http://schemas.openxmlformats.org/officeDocument/2006/relationships/tags" Target="../tags/tag226.xml"/><Relationship Id="rId5" Type="http://schemas.openxmlformats.org/officeDocument/2006/relationships/tags" Target="../tags/tag191.xml"/><Relationship Id="rId49" Type="http://schemas.openxmlformats.org/officeDocument/2006/relationships/tags" Target="../tags/tag225.xml"/><Relationship Id="rId48" Type="http://schemas.openxmlformats.org/officeDocument/2006/relationships/tags" Target="../tags/tag224.xml"/><Relationship Id="rId47" Type="http://schemas.openxmlformats.org/officeDocument/2006/relationships/tags" Target="../tags/tag223.xml"/><Relationship Id="rId46" Type="http://schemas.openxmlformats.org/officeDocument/2006/relationships/tags" Target="../tags/tag222.xml"/><Relationship Id="rId45" Type="http://schemas.openxmlformats.org/officeDocument/2006/relationships/tags" Target="../tags/tag221.xml"/><Relationship Id="rId44" Type="http://schemas.openxmlformats.org/officeDocument/2006/relationships/tags" Target="../tags/tag220.xml"/><Relationship Id="rId43" Type="http://schemas.openxmlformats.org/officeDocument/2006/relationships/tags" Target="../tags/tag219.xml"/><Relationship Id="rId42" Type="http://schemas.openxmlformats.org/officeDocument/2006/relationships/tags" Target="../tags/tag218.xml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image" Target="../media/image1.png"/><Relationship Id="rId39" Type="http://schemas.openxmlformats.org/officeDocument/2006/relationships/tags" Target="../tags/tag215.xml"/><Relationship Id="rId38" Type="http://schemas.openxmlformats.org/officeDocument/2006/relationships/tags" Target="../tags/tag214.xml"/><Relationship Id="rId37" Type="http://schemas.openxmlformats.org/officeDocument/2006/relationships/tags" Target="../tags/tag213.xml"/><Relationship Id="rId36" Type="http://schemas.openxmlformats.org/officeDocument/2006/relationships/tags" Target="../tags/tag212.xml"/><Relationship Id="rId35" Type="http://schemas.openxmlformats.org/officeDocument/2006/relationships/tags" Target="../tags/tag211.xml"/><Relationship Id="rId34" Type="http://schemas.openxmlformats.org/officeDocument/2006/relationships/tags" Target="../tags/tag210.xml"/><Relationship Id="rId33" Type="http://schemas.openxmlformats.org/officeDocument/2006/relationships/tags" Target="../tags/tag209.xml"/><Relationship Id="rId32" Type="http://schemas.openxmlformats.org/officeDocument/2006/relationships/tags" Target="../tags/tag208.xml"/><Relationship Id="rId31" Type="http://schemas.openxmlformats.org/officeDocument/2006/relationships/tags" Target="../tags/tag207.xml"/><Relationship Id="rId30" Type="http://schemas.openxmlformats.org/officeDocument/2006/relationships/tags" Target="../tags/tag206.xml"/><Relationship Id="rId3" Type="http://schemas.openxmlformats.org/officeDocument/2006/relationships/tags" Target="../tags/tag190.xml"/><Relationship Id="rId29" Type="http://schemas.openxmlformats.org/officeDocument/2006/relationships/tags" Target="../tags/tag205.xml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image" Target="../media/image11.svg"/><Relationship Id="rId23" Type="http://schemas.openxmlformats.org/officeDocument/2006/relationships/image" Target="../media/image10.png"/><Relationship Id="rId22" Type="http://schemas.openxmlformats.org/officeDocument/2006/relationships/tags" Target="../tags/tag200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189.xml"/><Relationship Id="rId198" Type="http://schemas.openxmlformats.org/officeDocument/2006/relationships/tags" Target="../tags/tag368.xml"/><Relationship Id="rId197" Type="http://schemas.openxmlformats.org/officeDocument/2006/relationships/image" Target="../media/image17.svg"/><Relationship Id="rId196" Type="http://schemas.openxmlformats.org/officeDocument/2006/relationships/image" Target="../media/image16.png"/><Relationship Id="rId195" Type="http://schemas.openxmlformats.org/officeDocument/2006/relationships/tags" Target="../tags/tag367.xml"/><Relationship Id="rId194" Type="http://schemas.openxmlformats.org/officeDocument/2006/relationships/image" Target="../media/image15.svg"/><Relationship Id="rId193" Type="http://schemas.openxmlformats.org/officeDocument/2006/relationships/image" Target="../media/image14.png"/><Relationship Id="rId192" Type="http://schemas.openxmlformats.org/officeDocument/2006/relationships/tags" Target="../tags/tag366.xml"/><Relationship Id="rId191" Type="http://schemas.openxmlformats.org/officeDocument/2006/relationships/image" Target="../media/image13.svg"/><Relationship Id="rId190" Type="http://schemas.openxmlformats.org/officeDocument/2006/relationships/image" Target="../media/image12.png"/><Relationship Id="rId19" Type="http://schemas.openxmlformats.org/officeDocument/2006/relationships/tags" Target="../tags/tag199.xml"/><Relationship Id="rId189" Type="http://schemas.openxmlformats.org/officeDocument/2006/relationships/tags" Target="../tags/tag365.xml"/><Relationship Id="rId188" Type="http://schemas.openxmlformats.org/officeDocument/2006/relationships/tags" Target="../tags/tag364.xml"/><Relationship Id="rId187" Type="http://schemas.openxmlformats.org/officeDocument/2006/relationships/tags" Target="../tags/tag363.xml"/><Relationship Id="rId186" Type="http://schemas.openxmlformats.org/officeDocument/2006/relationships/tags" Target="../tags/tag362.xml"/><Relationship Id="rId185" Type="http://schemas.openxmlformats.org/officeDocument/2006/relationships/tags" Target="../tags/tag361.xml"/><Relationship Id="rId184" Type="http://schemas.openxmlformats.org/officeDocument/2006/relationships/tags" Target="../tags/tag360.xml"/><Relationship Id="rId183" Type="http://schemas.openxmlformats.org/officeDocument/2006/relationships/tags" Target="../tags/tag359.xml"/><Relationship Id="rId182" Type="http://schemas.openxmlformats.org/officeDocument/2006/relationships/tags" Target="../tags/tag358.xml"/><Relationship Id="rId181" Type="http://schemas.openxmlformats.org/officeDocument/2006/relationships/tags" Target="../tags/tag357.xml"/><Relationship Id="rId180" Type="http://schemas.openxmlformats.org/officeDocument/2006/relationships/tags" Target="../tags/tag356.xml"/><Relationship Id="rId18" Type="http://schemas.openxmlformats.org/officeDocument/2006/relationships/image" Target="../media/image7.svg"/><Relationship Id="rId179" Type="http://schemas.openxmlformats.org/officeDocument/2006/relationships/tags" Target="../tags/tag355.xml"/><Relationship Id="rId178" Type="http://schemas.openxmlformats.org/officeDocument/2006/relationships/tags" Target="../tags/tag354.xml"/><Relationship Id="rId177" Type="http://schemas.openxmlformats.org/officeDocument/2006/relationships/tags" Target="../tags/tag353.xml"/><Relationship Id="rId176" Type="http://schemas.openxmlformats.org/officeDocument/2006/relationships/tags" Target="../tags/tag352.xml"/><Relationship Id="rId175" Type="http://schemas.openxmlformats.org/officeDocument/2006/relationships/tags" Target="../tags/tag351.xml"/><Relationship Id="rId174" Type="http://schemas.openxmlformats.org/officeDocument/2006/relationships/tags" Target="../tags/tag350.xml"/><Relationship Id="rId173" Type="http://schemas.openxmlformats.org/officeDocument/2006/relationships/tags" Target="../tags/tag349.xml"/><Relationship Id="rId172" Type="http://schemas.openxmlformats.org/officeDocument/2006/relationships/tags" Target="../tags/tag348.xml"/><Relationship Id="rId171" Type="http://schemas.openxmlformats.org/officeDocument/2006/relationships/tags" Target="../tags/tag347.xml"/><Relationship Id="rId170" Type="http://schemas.openxmlformats.org/officeDocument/2006/relationships/tags" Target="../tags/tag346.xml"/><Relationship Id="rId17" Type="http://schemas.openxmlformats.org/officeDocument/2006/relationships/image" Target="../media/image6.png"/><Relationship Id="rId169" Type="http://schemas.openxmlformats.org/officeDocument/2006/relationships/tags" Target="../tags/tag345.xml"/><Relationship Id="rId168" Type="http://schemas.openxmlformats.org/officeDocument/2006/relationships/tags" Target="../tags/tag344.xml"/><Relationship Id="rId167" Type="http://schemas.openxmlformats.org/officeDocument/2006/relationships/tags" Target="../tags/tag343.xml"/><Relationship Id="rId166" Type="http://schemas.openxmlformats.org/officeDocument/2006/relationships/tags" Target="../tags/tag342.xml"/><Relationship Id="rId165" Type="http://schemas.openxmlformats.org/officeDocument/2006/relationships/tags" Target="../tags/tag341.xml"/><Relationship Id="rId164" Type="http://schemas.openxmlformats.org/officeDocument/2006/relationships/tags" Target="../tags/tag340.xml"/><Relationship Id="rId163" Type="http://schemas.openxmlformats.org/officeDocument/2006/relationships/tags" Target="../tags/tag339.xml"/><Relationship Id="rId162" Type="http://schemas.openxmlformats.org/officeDocument/2006/relationships/tags" Target="../tags/tag338.xml"/><Relationship Id="rId161" Type="http://schemas.openxmlformats.org/officeDocument/2006/relationships/tags" Target="../tags/tag337.xml"/><Relationship Id="rId160" Type="http://schemas.openxmlformats.org/officeDocument/2006/relationships/tags" Target="../tags/tag336.xml"/><Relationship Id="rId16" Type="http://schemas.openxmlformats.org/officeDocument/2006/relationships/tags" Target="../tags/tag198.xml"/><Relationship Id="rId159" Type="http://schemas.openxmlformats.org/officeDocument/2006/relationships/tags" Target="../tags/tag335.xml"/><Relationship Id="rId158" Type="http://schemas.openxmlformats.org/officeDocument/2006/relationships/tags" Target="../tags/tag334.xml"/><Relationship Id="rId157" Type="http://schemas.openxmlformats.org/officeDocument/2006/relationships/tags" Target="../tags/tag333.xml"/><Relationship Id="rId156" Type="http://schemas.openxmlformats.org/officeDocument/2006/relationships/tags" Target="../tags/tag332.xml"/><Relationship Id="rId155" Type="http://schemas.openxmlformats.org/officeDocument/2006/relationships/tags" Target="../tags/tag331.xml"/><Relationship Id="rId154" Type="http://schemas.openxmlformats.org/officeDocument/2006/relationships/tags" Target="../tags/tag330.xml"/><Relationship Id="rId153" Type="http://schemas.openxmlformats.org/officeDocument/2006/relationships/tags" Target="../tags/tag329.xml"/><Relationship Id="rId152" Type="http://schemas.openxmlformats.org/officeDocument/2006/relationships/tags" Target="../tags/tag328.xml"/><Relationship Id="rId151" Type="http://schemas.openxmlformats.org/officeDocument/2006/relationships/tags" Target="../tags/tag327.xml"/><Relationship Id="rId150" Type="http://schemas.openxmlformats.org/officeDocument/2006/relationships/tags" Target="../tags/tag326.xml"/><Relationship Id="rId15" Type="http://schemas.openxmlformats.org/officeDocument/2006/relationships/image" Target="../media/image5.svg"/><Relationship Id="rId149" Type="http://schemas.openxmlformats.org/officeDocument/2006/relationships/tags" Target="../tags/tag325.xml"/><Relationship Id="rId148" Type="http://schemas.openxmlformats.org/officeDocument/2006/relationships/tags" Target="../tags/tag324.xml"/><Relationship Id="rId147" Type="http://schemas.openxmlformats.org/officeDocument/2006/relationships/tags" Target="../tags/tag323.xml"/><Relationship Id="rId146" Type="http://schemas.openxmlformats.org/officeDocument/2006/relationships/tags" Target="../tags/tag322.xml"/><Relationship Id="rId145" Type="http://schemas.openxmlformats.org/officeDocument/2006/relationships/tags" Target="../tags/tag321.xml"/><Relationship Id="rId144" Type="http://schemas.openxmlformats.org/officeDocument/2006/relationships/tags" Target="../tags/tag320.xml"/><Relationship Id="rId143" Type="http://schemas.openxmlformats.org/officeDocument/2006/relationships/tags" Target="../tags/tag319.xml"/><Relationship Id="rId142" Type="http://schemas.openxmlformats.org/officeDocument/2006/relationships/tags" Target="../tags/tag318.xml"/><Relationship Id="rId141" Type="http://schemas.openxmlformats.org/officeDocument/2006/relationships/tags" Target="../tags/tag317.xml"/><Relationship Id="rId140" Type="http://schemas.openxmlformats.org/officeDocument/2006/relationships/tags" Target="../tags/tag316.xml"/><Relationship Id="rId14" Type="http://schemas.openxmlformats.org/officeDocument/2006/relationships/image" Target="../media/image4.png"/><Relationship Id="rId139" Type="http://schemas.openxmlformats.org/officeDocument/2006/relationships/tags" Target="../tags/tag315.xml"/><Relationship Id="rId138" Type="http://schemas.openxmlformats.org/officeDocument/2006/relationships/tags" Target="../tags/tag314.xml"/><Relationship Id="rId137" Type="http://schemas.openxmlformats.org/officeDocument/2006/relationships/tags" Target="../tags/tag313.xml"/><Relationship Id="rId136" Type="http://schemas.openxmlformats.org/officeDocument/2006/relationships/tags" Target="../tags/tag312.xml"/><Relationship Id="rId135" Type="http://schemas.openxmlformats.org/officeDocument/2006/relationships/tags" Target="../tags/tag311.xml"/><Relationship Id="rId134" Type="http://schemas.openxmlformats.org/officeDocument/2006/relationships/tags" Target="../tags/tag310.xml"/><Relationship Id="rId133" Type="http://schemas.openxmlformats.org/officeDocument/2006/relationships/tags" Target="../tags/tag309.xml"/><Relationship Id="rId132" Type="http://schemas.openxmlformats.org/officeDocument/2006/relationships/tags" Target="../tags/tag308.xml"/><Relationship Id="rId131" Type="http://schemas.openxmlformats.org/officeDocument/2006/relationships/tags" Target="../tags/tag307.xml"/><Relationship Id="rId130" Type="http://schemas.openxmlformats.org/officeDocument/2006/relationships/tags" Target="../tags/tag306.xml"/><Relationship Id="rId13" Type="http://schemas.openxmlformats.org/officeDocument/2006/relationships/tags" Target="../tags/tag197.xml"/><Relationship Id="rId129" Type="http://schemas.openxmlformats.org/officeDocument/2006/relationships/tags" Target="../tags/tag305.xml"/><Relationship Id="rId128" Type="http://schemas.openxmlformats.org/officeDocument/2006/relationships/tags" Target="../tags/tag304.xml"/><Relationship Id="rId127" Type="http://schemas.openxmlformats.org/officeDocument/2006/relationships/tags" Target="../tags/tag303.xml"/><Relationship Id="rId126" Type="http://schemas.openxmlformats.org/officeDocument/2006/relationships/tags" Target="../tags/tag302.xml"/><Relationship Id="rId125" Type="http://schemas.openxmlformats.org/officeDocument/2006/relationships/tags" Target="../tags/tag301.xml"/><Relationship Id="rId124" Type="http://schemas.openxmlformats.org/officeDocument/2006/relationships/tags" Target="../tags/tag300.xml"/><Relationship Id="rId123" Type="http://schemas.openxmlformats.org/officeDocument/2006/relationships/tags" Target="../tags/tag299.xml"/><Relationship Id="rId122" Type="http://schemas.openxmlformats.org/officeDocument/2006/relationships/tags" Target="../tags/tag298.xml"/><Relationship Id="rId121" Type="http://schemas.openxmlformats.org/officeDocument/2006/relationships/tags" Target="../tags/tag297.xml"/><Relationship Id="rId120" Type="http://schemas.openxmlformats.org/officeDocument/2006/relationships/tags" Target="../tags/tag296.xml"/><Relationship Id="rId12" Type="http://schemas.openxmlformats.org/officeDocument/2006/relationships/image" Target="../media/image3.svg"/><Relationship Id="rId119" Type="http://schemas.openxmlformats.org/officeDocument/2006/relationships/tags" Target="../tags/tag295.xml"/><Relationship Id="rId118" Type="http://schemas.openxmlformats.org/officeDocument/2006/relationships/tags" Target="../tags/tag294.xml"/><Relationship Id="rId117" Type="http://schemas.openxmlformats.org/officeDocument/2006/relationships/tags" Target="../tags/tag293.xml"/><Relationship Id="rId116" Type="http://schemas.openxmlformats.org/officeDocument/2006/relationships/tags" Target="../tags/tag292.xml"/><Relationship Id="rId115" Type="http://schemas.openxmlformats.org/officeDocument/2006/relationships/tags" Target="../tags/tag291.xml"/><Relationship Id="rId114" Type="http://schemas.openxmlformats.org/officeDocument/2006/relationships/tags" Target="../tags/tag290.xml"/><Relationship Id="rId113" Type="http://schemas.openxmlformats.org/officeDocument/2006/relationships/tags" Target="../tags/tag289.xml"/><Relationship Id="rId112" Type="http://schemas.openxmlformats.org/officeDocument/2006/relationships/tags" Target="../tags/tag288.xml"/><Relationship Id="rId111" Type="http://schemas.openxmlformats.org/officeDocument/2006/relationships/tags" Target="../tags/tag287.xml"/><Relationship Id="rId110" Type="http://schemas.openxmlformats.org/officeDocument/2006/relationships/tags" Target="../tags/tag286.xml"/><Relationship Id="rId11" Type="http://schemas.openxmlformats.org/officeDocument/2006/relationships/image" Target="../media/image2.png"/><Relationship Id="rId109" Type="http://schemas.openxmlformats.org/officeDocument/2006/relationships/tags" Target="../tags/tag285.xml"/><Relationship Id="rId108" Type="http://schemas.openxmlformats.org/officeDocument/2006/relationships/tags" Target="../tags/tag284.xml"/><Relationship Id="rId107" Type="http://schemas.openxmlformats.org/officeDocument/2006/relationships/tags" Target="../tags/tag283.xml"/><Relationship Id="rId106" Type="http://schemas.openxmlformats.org/officeDocument/2006/relationships/tags" Target="../tags/tag282.xml"/><Relationship Id="rId105" Type="http://schemas.openxmlformats.org/officeDocument/2006/relationships/tags" Target="../tags/tag281.xml"/><Relationship Id="rId104" Type="http://schemas.openxmlformats.org/officeDocument/2006/relationships/tags" Target="../tags/tag280.xml"/><Relationship Id="rId103" Type="http://schemas.openxmlformats.org/officeDocument/2006/relationships/tags" Target="../tags/tag279.xml"/><Relationship Id="rId102" Type="http://schemas.openxmlformats.org/officeDocument/2006/relationships/tags" Target="../tags/tag278.xml"/><Relationship Id="rId101" Type="http://schemas.openxmlformats.org/officeDocument/2006/relationships/tags" Target="../tags/tag277.xml"/><Relationship Id="rId100" Type="http://schemas.openxmlformats.org/officeDocument/2006/relationships/tags" Target="../tags/tag276.xml"/><Relationship Id="rId10" Type="http://schemas.openxmlformats.org/officeDocument/2006/relationships/tags" Target="../tags/tag196.xml"/><Relationship Id="rId1" Type="http://schemas.openxmlformats.org/officeDocument/2006/relationships/slideMaster" Target="../slideMasters/slideMaster18.xml"/></Relationships>
</file>

<file path=ppt/slideLayouts/_rels/slideLayout29.xml.rels><?xml version="1.0" encoding="UTF-8" standalone="yes"?>
<Relationships xmlns="http://schemas.openxmlformats.org/package/2006/relationships"><Relationship Id="rId99" Type="http://schemas.openxmlformats.org/officeDocument/2006/relationships/tags" Target="../tags/tag463.xml"/><Relationship Id="rId98" Type="http://schemas.openxmlformats.org/officeDocument/2006/relationships/tags" Target="../tags/tag462.xml"/><Relationship Id="rId97" Type="http://schemas.openxmlformats.org/officeDocument/2006/relationships/tags" Target="../tags/tag461.xml"/><Relationship Id="rId96" Type="http://schemas.openxmlformats.org/officeDocument/2006/relationships/tags" Target="../tags/tag460.xml"/><Relationship Id="rId95" Type="http://schemas.openxmlformats.org/officeDocument/2006/relationships/tags" Target="../tags/tag459.xml"/><Relationship Id="rId94" Type="http://schemas.openxmlformats.org/officeDocument/2006/relationships/tags" Target="../tags/tag458.xml"/><Relationship Id="rId93" Type="http://schemas.openxmlformats.org/officeDocument/2006/relationships/tags" Target="../tags/tag457.xml"/><Relationship Id="rId92" Type="http://schemas.openxmlformats.org/officeDocument/2006/relationships/tags" Target="../tags/tag456.xml"/><Relationship Id="rId91" Type="http://schemas.openxmlformats.org/officeDocument/2006/relationships/tags" Target="../tags/tag455.xml"/><Relationship Id="rId90" Type="http://schemas.openxmlformats.org/officeDocument/2006/relationships/tags" Target="../tags/tag454.xml"/><Relationship Id="rId9" Type="http://schemas.openxmlformats.org/officeDocument/2006/relationships/tags" Target="../tags/tag383.xml"/><Relationship Id="rId89" Type="http://schemas.openxmlformats.org/officeDocument/2006/relationships/tags" Target="../tags/tag453.xml"/><Relationship Id="rId88" Type="http://schemas.openxmlformats.org/officeDocument/2006/relationships/tags" Target="../tags/tag452.xml"/><Relationship Id="rId87" Type="http://schemas.openxmlformats.org/officeDocument/2006/relationships/tags" Target="../tags/tag451.xml"/><Relationship Id="rId86" Type="http://schemas.openxmlformats.org/officeDocument/2006/relationships/tags" Target="../tags/tag450.xml"/><Relationship Id="rId85" Type="http://schemas.openxmlformats.org/officeDocument/2006/relationships/tags" Target="../tags/tag449.xml"/><Relationship Id="rId84" Type="http://schemas.openxmlformats.org/officeDocument/2006/relationships/tags" Target="../tags/tag448.xml"/><Relationship Id="rId83" Type="http://schemas.openxmlformats.org/officeDocument/2006/relationships/tags" Target="../tags/tag447.xml"/><Relationship Id="rId82" Type="http://schemas.openxmlformats.org/officeDocument/2006/relationships/tags" Target="../tags/tag446.xml"/><Relationship Id="rId81" Type="http://schemas.openxmlformats.org/officeDocument/2006/relationships/tags" Target="../tags/tag445.xml"/><Relationship Id="rId80" Type="http://schemas.openxmlformats.org/officeDocument/2006/relationships/tags" Target="../tags/tag444.xml"/><Relationship Id="rId8" Type="http://schemas.openxmlformats.org/officeDocument/2006/relationships/tags" Target="../tags/tag382.xml"/><Relationship Id="rId79" Type="http://schemas.openxmlformats.org/officeDocument/2006/relationships/tags" Target="../tags/tag443.xml"/><Relationship Id="rId78" Type="http://schemas.openxmlformats.org/officeDocument/2006/relationships/tags" Target="../tags/tag442.xml"/><Relationship Id="rId77" Type="http://schemas.openxmlformats.org/officeDocument/2006/relationships/tags" Target="../tags/tag441.xml"/><Relationship Id="rId76" Type="http://schemas.openxmlformats.org/officeDocument/2006/relationships/tags" Target="../tags/tag440.xml"/><Relationship Id="rId75" Type="http://schemas.openxmlformats.org/officeDocument/2006/relationships/tags" Target="../tags/tag439.xml"/><Relationship Id="rId74" Type="http://schemas.openxmlformats.org/officeDocument/2006/relationships/tags" Target="../tags/tag438.xml"/><Relationship Id="rId73" Type="http://schemas.openxmlformats.org/officeDocument/2006/relationships/tags" Target="../tags/tag437.xml"/><Relationship Id="rId72" Type="http://schemas.openxmlformats.org/officeDocument/2006/relationships/tags" Target="../tags/tag436.xml"/><Relationship Id="rId71" Type="http://schemas.openxmlformats.org/officeDocument/2006/relationships/tags" Target="../tags/tag435.xml"/><Relationship Id="rId70" Type="http://schemas.openxmlformats.org/officeDocument/2006/relationships/tags" Target="../tags/tag434.xml"/><Relationship Id="rId7" Type="http://schemas.openxmlformats.org/officeDocument/2006/relationships/tags" Target="../tags/tag381.xml"/><Relationship Id="rId69" Type="http://schemas.openxmlformats.org/officeDocument/2006/relationships/tags" Target="../tags/tag433.xml"/><Relationship Id="rId68" Type="http://schemas.openxmlformats.org/officeDocument/2006/relationships/tags" Target="../tags/tag432.xml"/><Relationship Id="rId67" Type="http://schemas.openxmlformats.org/officeDocument/2006/relationships/tags" Target="../tags/tag431.xml"/><Relationship Id="rId66" Type="http://schemas.openxmlformats.org/officeDocument/2006/relationships/tags" Target="../tags/tag430.xml"/><Relationship Id="rId65" Type="http://schemas.openxmlformats.org/officeDocument/2006/relationships/tags" Target="../tags/tag429.xml"/><Relationship Id="rId64" Type="http://schemas.openxmlformats.org/officeDocument/2006/relationships/tags" Target="../tags/tag428.xml"/><Relationship Id="rId63" Type="http://schemas.openxmlformats.org/officeDocument/2006/relationships/tags" Target="../tags/tag427.xml"/><Relationship Id="rId62" Type="http://schemas.openxmlformats.org/officeDocument/2006/relationships/tags" Target="../tags/tag426.xml"/><Relationship Id="rId61" Type="http://schemas.openxmlformats.org/officeDocument/2006/relationships/tags" Target="../tags/tag425.xml"/><Relationship Id="rId60" Type="http://schemas.openxmlformats.org/officeDocument/2006/relationships/tags" Target="../tags/tag424.xml"/><Relationship Id="rId6" Type="http://schemas.openxmlformats.org/officeDocument/2006/relationships/tags" Target="../tags/tag380.xml"/><Relationship Id="rId59" Type="http://schemas.openxmlformats.org/officeDocument/2006/relationships/tags" Target="../tags/tag423.xml"/><Relationship Id="rId58" Type="http://schemas.openxmlformats.org/officeDocument/2006/relationships/tags" Target="../tags/tag422.xml"/><Relationship Id="rId57" Type="http://schemas.openxmlformats.org/officeDocument/2006/relationships/tags" Target="../tags/tag421.xml"/><Relationship Id="rId56" Type="http://schemas.openxmlformats.org/officeDocument/2006/relationships/tags" Target="../tags/tag420.xml"/><Relationship Id="rId55" Type="http://schemas.openxmlformats.org/officeDocument/2006/relationships/tags" Target="../tags/tag419.xml"/><Relationship Id="rId54" Type="http://schemas.openxmlformats.org/officeDocument/2006/relationships/tags" Target="../tags/tag418.xml"/><Relationship Id="rId53" Type="http://schemas.openxmlformats.org/officeDocument/2006/relationships/tags" Target="../tags/tag417.xml"/><Relationship Id="rId52" Type="http://schemas.openxmlformats.org/officeDocument/2006/relationships/tags" Target="../tags/tag416.xml"/><Relationship Id="rId51" Type="http://schemas.openxmlformats.org/officeDocument/2006/relationships/tags" Target="../tags/tag415.xml"/><Relationship Id="rId50" Type="http://schemas.openxmlformats.org/officeDocument/2006/relationships/tags" Target="../tags/tag414.xml"/><Relationship Id="rId5" Type="http://schemas.openxmlformats.org/officeDocument/2006/relationships/tags" Target="../tags/tag379.xml"/><Relationship Id="rId49" Type="http://schemas.openxmlformats.org/officeDocument/2006/relationships/tags" Target="../tags/tag413.xml"/><Relationship Id="rId48" Type="http://schemas.openxmlformats.org/officeDocument/2006/relationships/tags" Target="../tags/tag412.xml"/><Relationship Id="rId47" Type="http://schemas.openxmlformats.org/officeDocument/2006/relationships/tags" Target="../tags/tag411.xml"/><Relationship Id="rId46" Type="http://schemas.openxmlformats.org/officeDocument/2006/relationships/tags" Target="../tags/tag410.xml"/><Relationship Id="rId45" Type="http://schemas.openxmlformats.org/officeDocument/2006/relationships/tags" Target="../tags/tag409.xml"/><Relationship Id="rId44" Type="http://schemas.openxmlformats.org/officeDocument/2006/relationships/tags" Target="../tags/tag408.xml"/><Relationship Id="rId43" Type="http://schemas.openxmlformats.org/officeDocument/2006/relationships/tags" Target="../tags/tag407.xml"/><Relationship Id="rId42" Type="http://schemas.openxmlformats.org/officeDocument/2006/relationships/tags" Target="../tags/tag406.xml"/><Relationship Id="rId41" Type="http://schemas.openxmlformats.org/officeDocument/2006/relationships/tags" Target="../tags/tag405.xml"/><Relationship Id="rId40" Type="http://schemas.openxmlformats.org/officeDocument/2006/relationships/tags" Target="../tags/tag404.xml"/><Relationship Id="rId4" Type="http://schemas.openxmlformats.org/officeDocument/2006/relationships/image" Target="../media/image1.png"/><Relationship Id="rId39" Type="http://schemas.openxmlformats.org/officeDocument/2006/relationships/tags" Target="../tags/tag403.xml"/><Relationship Id="rId38" Type="http://schemas.openxmlformats.org/officeDocument/2006/relationships/tags" Target="../tags/tag402.xml"/><Relationship Id="rId37" Type="http://schemas.openxmlformats.org/officeDocument/2006/relationships/tags" Target="../tags/tag401.xml"/><Relationship Id="rId36" Type="http://schemas.openxmlformats.org/officeDocument/2006/relationships/tags" Target="../tags/tag400.xml"/><Relationship Id="rId35" Type="http://schemas.openxmlformats.org/officeDocument/2006/relationships/tags" Target="../tags/tag399.xml"/><Relationship Id="rId34" Type="http://schemas.openxmlformats.org/officeDocument/2006/relationships/tags" Target="../tags/tag398.xml"/><Relationship Id="rId33" Type="http://schemas.openxmlformats.org/officeDocument/2006/relationships/tags" Target="../tags/tag397.xml"/><Relationship Id="rId32" Type="http://schemas.openxmlformats.org/officeDocument/2006/relationships/tags" Target="../tags/tag396.xml"/><Relationship Id="rId31" Type="http://schemas.openxmlformats.org/officeDocument/2006/relationships/tags" Target="../tags/tag395.xml"/><Relationship Id="rId30" Type="http://schemas.openxmlformats.org/officeDocument/2006/relationships/tags" Target="../tags/tag394.xml"/><Relationship Id="rId3" Type="http://schemas.openxmlformats.org/officeDocument/2006/relationships/tags" Target="../tags/tag378.xml"/><Relationship Id="rId29" Type="http://schemas.openxmlformats.org/officeDocument/2006/relationships/tags" Target="../tags/tag393.xml"/><Relationship Id="rId28" Type="http://schemas.openxmlformats.org/officeDocument/2006/relationships/tags" Target="../tags/tag392.xml"/><Relationship Id="rId27" Type="http://schemas.openxmlformats.org/officeDocument/2006/relationships/tags" Target="../tags/tag391.xml"/><Relationship Id="rId26" Type="http://schemas.openxmlformats.org/officeDocument/2006/relationships/tags" Target="../tags/tag390.xml"/><Relationship Id="rId25" Type="http://schemas.openxmlformats.org/officeDocument/2006/relationships/tags" Target="../tags/tag389.xml"/><Relationship Id="rId24" Type="http://schemas.openxmlformats.org/officeDocument/2006/relationships/image" Target="../media/image11.svg"/><Relationship Id="rId23" Type="http://schemas.openxmlformats.org/officeDocument/2006/relationships/image" Target="../media/image10.png"/><Relationship Id="rId22" Type="http://schemas.openxmlformats.org/officeDocument/2006/relationships/tags" Target="../tags/tag388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377.xml"/><Relationship Id="rId198" Type="http://schemas.openxmlformats.org/officeDocument/2006/relationships/tags" Target="../tags/tag556.xml"/><Relationship Id="rId197" Type="http://schemas.openxmlformats.org/officeDocument/2006/relationships/image" Target="../media/image17.svg"/><Relationship Id="rId196" Type="http://schemas.openxmlformats.org/officeDocument/2006/relationships/image" Target="../media/image16.png"/><Relationship Id="rId195" Type="http://schemas.openxmlformats.org/officeDocument/2006/relationships/tags" Target="../tags/tag555.xml"/><Relationship Id="rId194" Type="http://schemas.openxmlformats.org/officeDocument/2006/relationships/image" Target="../media/image15.svg"/><Relationship Id="rId193" Type="http://schemas.openxmlformats.org/officeDocument/2006/relationships/image" Target="../media/image14.png"/><Relationship Id="rId192" Type="http://schemas.openxmlformats.org/officeDocument/2006/relationships/tags" Target="../tags/tag554.xml"/><Relationship Id="rId191" Type="http://schemas.openxmlformats.org/officeDocument/2006/relationships/image" Target="../media/image13.svg"/><Relationship Id="rId190" Type="http://schemas.openxmlformats.org/officeDocument/2006/relationships/image" Target="../media/image12.png"/><Relationship Id="rId19" Type="http://schemas.openxmlformats.org/officeDocument/2006/relationships/tags" Target="../tags/tag387.xml"/><Relationship Id="rId189" Type="http://schemas.openxmlformats.org/officeDocument/2006/relationships/tags" Target="../tags/tag553.xml"/><Relationship Id="rId188" Type="http://schemas.openxmlformats.org/officeDocument/2006/relationships/tags" Target="../tags/tag552.xml"/><Relationship Id="rId187" Type="http://schemas.openxmlformats.org/officeDocument/2006/relationships/tags" Target="../tags/tag551.xml"/><Relationship Id="rId186" Type="http://schemas.openxmlformats.org/officeDocument/2006/relationships/tags" Target="../tags/tag550.xml"/><Relationship Id="rId185" Type="http://schemas.openxmlformats.org/officeDocument/2006/relationships/tags" Target="../tags/tag549.xml"/><Relationship Id="rId184" Type="http://schemas.openxmlformats.org/officeDocument/2006/relationships/tags" Target="../tags/tag548.xml"/><Relationship Id="rId183" Type="http://schemas.openxmlformats.org/officeDocument/2006/relationships/tags" Target="../tags/tag547.xml"/><Relationship Id="rId182" Type="http://schemas.openxmlformats.org/officeDocument/2006/relationships/tags" Target="../tags/tag546.xml"/><Relationship Id="rId181" Type="http://schemas.openxmlformats.org/officeDocument/2006/relationships/tags" Target="../tags/tag545.xml"/><Relationship Id="rId180" Type="http://schemas.openxmlformats.org/officeDocument/2006/relationships/tags" Target="../tags/tag544.xml"/><Relationship Id="rId18" Type="http://schemas.openxmlformats.org/officeDocument/2006/relationships/image" Target="../media/image7.svg"/><Relationship Id="rId179" Type="http://schemas.openxmlformats.org/officeDocument/2006/relationships/tags" Target="../tags/tag543.xml"/><Relationship Id="rId178" Type="http://schemas.openxmlformats.org/officeDocument/2006/relationships/tags" Target="../tags/tag542.xml"/><Relationship Id="rId177" Type="http://schemas.openxmlformats.org/officeDocument/2006/relationships/tags" Target="../tags/tag541.xml"/><Relationship Id="rId176" Type="http://schemas.openxmlformats.org/officeDocument/2006/relationships/tags" Target="../tags/tag540.xml"/><Relationship Id="rId175" Type="http://schemas.openxmlformats.org/officeDocument/2006/relationships/tags" Target="../tags/tag539.xml"/><Relationship Id="rId174" Type="http://schemas.openxmlformats.org/officeDocument/2006/relationships/tags" Target="../tags/tag538.xml"/><Relationship Id="rId173" Type="http://schemas.openxmlformats.org/officeDocument/2006/relationships/tags" Target="../tags/tag537.xml"/><Relationship Id="rId172" Type="http://schemas.openxmlformats.org/officeDocument/2006/relationships/tags" Target="../tags/tag536.xml"/><Relationship Id="rId171" Type="http://schemas.openxmlformats.org/officeDocument/2006/relationships/tags" Target="../tags/tag535.xml"/><Relationship Id="rId170" Type="http://schemas.openxmlformats.org/officeDocument/2006/relationships/tags" Target="../tags/tag534.xml"/><Relationship Id="rId17" Type="http://schemas.openxmlformats.org/officeDocument/2006/relationships/image" Target="../media/image6.png"/><Relationship Id="rId169" Type="http://schemas.openxmlformats.org/officeDocument/2006/relationships/tags" Target="../tags/tag533.xml"/><Relationship Id="rId168" Type="http://schemas.openxmlformats.org/officeDocument/2006/relationships/tags" Target="../tags/tag532.xml"/><Relationship Id="rId167" Type="http://schemas.openxmlformats.org/officeDocument/2006/relationships/tags" Target="../tags/tag531.xml"/><Relationship Id="rId166" Type="http://schemas.openxmlformats.org/officeDocument/2006/relationships/tags" Target="../tags/tag530.xml"/><Relationship Id="rId165" Type="http://schemas.openxmlformats.org/officeDocument/2006/relationships/tags" Target="../tags/tag529.xml"/><Relationship Id="rId164" Type="http://schemas.openxmlformats.org/officeDocument/2006/relationships/tags" Target="../tags/tag528.xml"/><Relationship Id="rId163" Type="http://schemas.openxmlformats.org/officeDocument/2006/relationships/tags" Target="../tags/tag527.xml"/><Relationship Id="rId162" Type="http://schemas.openxmlformats.org/officeDocument/2006/relationships/tags" Target="../tags/tag526.xml"/><Relationship Id="rId161" Type="http://schemas.openxmlformats.org/officeDocument/2006/relationships/tags" Target="../tags/tag525.xml"/><Relationship Id="rId160" Type="http://schemas.openxmlformats.org/officeDocument/2006/relationships/tags" Target="../tags/tag524.xml"/><Relationship Id="rId16" Type="http://schemas.openxmlformats.org/officeDocument/2006/relationships/tags" Target="../tags/tag386.xml"/><Relationship Id="rId159" Type="http://schemas.openxmlformats.org/officeDocument/2006/relationships/tags" Target="../tags/tag523.xml"/><Relationship Id="rId158" Type="http://schemas.openxmlformats.org/officeDocument/2006/relationships/tags" Target="../tags/tag522.xml"/><Relationship Id="rId157" Type="http://schemas.openxmlformats.org/officeDocument/2006/relationships/tags" Target="../tags/tag521.xml"/><Relationship Id="rId156" Type="http://schemas.openxmlformats.org/officeDocument/2006/relationships/tags" Target="../tags/tag520.xml"/><Relationship Id="rId155" Type="http://schemas.openxmlformats.org/officeDocument/2006/relationships/tags" Target="../tags/tag519.xml"/><Relationship Id="rId154" Type="http://schemas.openxmlformats.org/officeDocument/2006/relationships/tags" Target="../tags/tag518.xml"/><Relationship Id="rId153" Type="http://schemas.openxmlformats.org/officeDocument/2006/relationships/tags" Target="../tags/tag517.xml"/><Relationship Id="rId152" Type="http://schemas.openxmlformats.org/officeDocument/2006/relationships/tags" Target="../tags/tag516.xml"/><Relationship Id="rId151" Type="http://schemas.openxmlformats.org/officeDocument/2006/relationships/tags" Target="../tags/tag515.xml"/><Relationship Id="rId150" Type="http://schemas.openxmlformats.org/officeDocument/2006/relationships/tags" Target="../tags/tag514.xml"/><Relationship Id="rId15" Type="http://schemas.openxmlformats.org/officeDocument/2006/relationships/image" Target="../media/image5.svg"/><Relationship Id="rId149" Type="http://schemas.openxmlformats.org/officeDocument/2006/relationships/tags" Target="../tags/tag513.xml"/><Relationship Id="rId148" Type="http://schemas.openxmlformats.org/officeDocument/2006/relationships/tags" Target="../tags/tag512.xml"/><Relationship Id="rId147" Type="http://schemas.openxmlformats.org/officeDocument/2006/relationships/tags" Target="../tags/tag511.xml"/><Relationship Id="rId146" Type="http://schemas.openxmlformats.org/officeDocument/2006/relationships/tags" Target="../tags/tag510.xml"/><Relationship Id="rId145" Type="http://schemas.openxmlformats.org/officeDocument/2006/relationships/tags" Target="../tags/tag509.xml"/><Relationship Id="rId144" Type="http://schemas.openxmlformats.org/officeDocument/2006/relationships/tags" Target="../tags/tag508.xml"/><Relationship Id="rId143" Type="http://schemas.openxmlformats.org/officeDocument/2006/relationships/tags" Target="../tags/tag507.xml"/><Relationship Id="rId142" Type="http://schemas.openxmlformats.org/officeDocument/2006/relationships/tags" Target="../tags/tag506.xml"/><Relationship Id="rId141" Type="http://schemas.openxmlformats.org/officeDocument/2006/relationships/tags" Target="../tags/tag505.xml"/><Relationship Id="rId140" Type="http://schemas.openxmlformats.org/officeDocument/2006/relationships/tags" Target="../tags/tag504.xml"/><Relationship Id="rId14" Type="http://schemas.openxmlformats.org/officeDocument/2006/relationships/image" Target="../media/image4.png"/><Relationship Id="rId139" Type="http://schemas.openxmlformats.org/officeDocument/2006/relationships/tags" Target="../tags/tag503.xml"/><Relationship Id="rId138" Type="http://schemas.openxmlformats.org/officeDocument/2006/relationships/tags" Target="../tags/tag502.xml"/><Relationship Id="rId137" Type="http://schemas.openxmlformats.org/officeDocument/2006/relationships/tags" Target="../tags/tag501.xml"/><Relationship Id="rId136" Type="http://schemas.openxmlformats.org/officeDocument/2006/relationships/tags" Target="../tags/tag500.xml"/><Relationship Id="rId135" Type="http://schemas.openxmlformats.org/officeDocument/2006/relationships/tags" Target="../tags/tag499.xml"/><Relationship Id="rId134" Type="http://schemas.openxmlformats.org/officeDocument/2006/relationships/tags" Target="../tags/tag498.xml"/><Relationship Id="rId133" Type="http://schemas.openxmlformats.org/officeDocument/2006/relationships/tags" Target="../tags/tag497.xml"/><Relationship Id="rId132" Type="http://schemas.openxmlformats.org/officeDocument/2006/relationships/tags" Target="../tags/tag496.xml"/><Relationship Id="rId131" Type="http://schemas.openxmlformats.org/officeDocument/2006/relationships/tags" Target="../tags/tag495.xml"/><Relationship Id="rId130" Type="http://schemas.openxmlformats.org/officeDocument/2006/relationships/tags" Target="../tags/tag494.xml"/><Relationship Id="rId13" Type="http://schemas.openxmlformats.org/officeDocument/2006/relationships/tags" Target="../tags/tag385.xml"/><Relationship Id="rId129" Type="http://schemas.openxmlformats.org/officeDocument/2006/relationships/tags" Target="../tags/tag493.xml"/><Relationship Id="rId128" Type="http://schemas.openxmlformats.org/officeDocument/2006/relationships/tags" Target="../tags/tag492.xml"/><Relationship Id="rId127" Type="http://schemas.openxmlformats.org/officeDocument/2006/relationships/tags" Target="../tags/tag491.xml"/><Relationship Id="rId126" Type="http://schemas.openxmlformats.org/officeDocument/2006/relationships/tags" Target="../tags/tag490.xml"/><Relationship Id="rId125" Type="http://schemas.openxmlformats.org/officeDocument/2006/relationships/tags" Target="../tags/tag489.xml"/><Relationship Id="rId124" Type="http://schemas.openxmlformats.org/officeDocument/2006/relationships/tags" Target="../tags/tag488.xml"/><Relationship Id="rId123" Type="http://schemas.openxmlformats.org/officeDocument/2006/relationships/tags" Target="../tags/tag487.xml"/><Relationship Id="rId122" Type="http://schemas.openxmlformats.org/officeDocument/2006/relationships/tags" Target="../tags/tag486.xml"/><Relationship Id="rId121" Type="http://schemas.openxmlformats.org/officeDocument/2006/relationships/tags" Target="../tags/tag485.xml"/><Relationship Id="rId120" Type="http://schemas.openxmlformats.org/officeDocument/2006/relationships/tags" Target="../tags/tag484.xml"/><Relationship Id="rId12" Type="http://schemas.openxmlformats.org/officeDocument/2006/relationships/image" Target="../media/image3.svg"/><Relationship Id="rId119" Type="http://schemas.openxmlformats.org/officeDocument/2006/relationships/tags" Target="../tags/tag483.xml"/><Relationship Id="rId118" Type="http://schemas.openxmlformats.org/officeDocument/2006/relationships/tags" Target="../tags/tag482.xml"/><Relationship Id="rId117" Type="http://schemas.openxmlformats.org/officeDocument/2006/relationships/tags" Target="../tags/tag481.xml"/><Relationship Id="rId116" Type="http://schemas.openxmlformats.org/officeDocument/2006/relationships/tags" Target="../tags/tag480.xml"/><Relationship Id="rId115" Type="http://schemas.openxmlformats.org/officeDocument/2006/relationships/tags" Target="../tags/tag479.xml"/><Relationship Id="rId114" Type="http://schemas.openxmlformats.org/officeDocument/2006/relationships/tags" Target="../tags/tag478.xml"/><Relationship Id="rId113" Type="http://schemas.openxmlformats.org/officeDocument/2006/relationships/tags" Target="../tags/tag477.xml"/><Relationship Id="rId112" Type="http://schemas.openxmlformats.org/officeDocument/2006/relationships/tags" Target="../tags/tag476.xml"/><Relationship Id="rId111" Type="http://schemas.openxmlformats.org/officeDocument/2006/relationships/tags" Target="../tags/tag475.xml"/><Relationship Id="rId110" Type="http://schemas.openxmlformats.org/officeDocument/2006/relationships/tags" Target="../tags/tag474.xml"/><Relationship Id="rId11" Type="http://schemas.openxmlformats.org/officeDocument/2006/relationships/image" Target="../media/image2.png"/><Relationship Id="rId109" Type="http://schemas.openxmlformats.org/officeDocument/2006/relationships/tags" Target="../tags/tag473.xml"/><Relationship Id="rId108" Type="http://schemas.openxmlformats.org/officeDocument/2006/relationships/tags" Target="../tags/tag472.xml"/><Relationship Id="rId107" Type="http://schemas.openxmlformats.org/officeDocument/2006/relationships/tags" Target="../tags/tag471.xml"/><Relationship Id="rId106" Type="http://schemas.openxmlformats.org/officeDocument/2006/relationships/tags" Target="../tags/tag470.xml"/><Relationship Id="rId105" Type="http://schemas.openxmlformats.org/officeDocument/2006/relationships/tags" Target="../tags/tag469.xml"/><Relationship Id="rId104" Type="http://schemas.openxmlformats.org/officeDocument/2006/relationships/tags" Target="../tags/tag468.xml"/><Relationship Id="rId103" Type="http://schemas.openxmlformats.org/officeDocument/2006/relationships/tags" Target="../tags/tag467.xml"/><Relationship Id="rId102" Type="http://schemas.openxmlformats.org/officeDocument/2006/relationships/tags" Target="../tags/tag466.xml"/><Relationship Id="rId101" Type="http://schemas.openxmlformats.org/officeDocument/2006/relationships/tags" Target="../tags/tag465.xml"/><Relationship Id="rId100" Type="http://schemas.openxmlformats.org/officeDocument/2006/relationships/tags" Target="../tags/tag464.xml"/><Relationship Id="rId10" Type="http://schemas.openxmlformats.org/officeDocument/2006/relationships/tags" Target="../tags/tag384.xml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59858" y="3359323"/>
            <a:ext cx="5706514" cy="1985373"/>
          </a:xfrm>
        </p:spPr>
        <p:txBody>
          <a:bodyPr anchor="t"/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3324485" y="1511961"/>
            <a:ext cx="5777259" cy="1560951"/>
          </a:xfrm>
        </p:spPr>
        <p:txBody>
          <a:bodyPr anchor="b">
            <a:normAutofit/>
          </a:bodyPr>
          <a:lstStyle>
            <a:lvl1pPr marL="0" indent="0" algn="ctr">
              <a:buNone/>
              <a:defRPr sz="8000" b="1"/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149021" flipH="1" flipV="1">
            <a:off x="10046437" y="2791609"/>
            <a:ext cx="1100508" cy="132061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600233" flipH="1" flipV="1">
            <a:off x="8488371" y="1994298"/>
            <a:ext cx="1064547" cy="107611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1316927">
            <a:off x="1109702" y="3822690"/>
            <a:ext cx="2167609" cy="109612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09882" y="4480507"/>
            <a:ext cx="1028700" cy="88582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77118" y="1893888"/>
            <a:ext cx="1009650" cy="11811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25"/>
            </p:custDataLst>
          </p:nvPr>
        </p:nvGrpSpPr>
        <p:grpSpPr>
          <a:xfrm flipH="1" flipV="1">
            <a:off x="3358736" y="5056089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16" name="任意多边形: 形状 15"/>
            <p:cNvSpPr/>
            <p:nvPr>
              <p:custDataLst>
                <p:tags r:id="rId26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27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28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29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0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31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32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33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4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35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36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37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38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39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40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41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42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3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44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45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46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47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48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49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50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51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52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53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54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55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56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7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58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59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60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61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62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63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64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65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66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67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68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69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70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71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2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73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74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75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76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77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78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79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80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81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82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83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84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85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86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87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88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89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90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91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92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93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94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95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96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97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98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99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100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101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102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103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104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105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106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97" name="图形 29"/>
          <p:cNvGrpSpPr/>
          <p:nvPr userDrawn="1">
            <p:custDataLst>
              <p:tags r:id="rId107"/>
            </p:custDataLst>
          </p:nvPr>
        </p:nvGrpSpPr>
        <p:grpSpPr>
          <a:xfrm>
            <a:off x="1651472" y="3440195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98" name="任意多边形: 形状 97"/>
            <p:cNvSpPr/>
            <p:nvPr>
              <p:custDataLst>
                <p:tags r:id="rId108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109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110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111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112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13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14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15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16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17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18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19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20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21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22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23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24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25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26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27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28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29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30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31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32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33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34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35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36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37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38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39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40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41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42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43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44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45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46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47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48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49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50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51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52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53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54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55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56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57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58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59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0" name="任意多边形: 形状 149"/>
            <p:cNvSpPr/>
            <p:nvPr>
              <p:custDataLst>
                <p:tags r:id="rId160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1" name="任意多边形: 形状 150"/>
            <p:cNvSpPr/>
            <p:nvPr>
              <p:custDataLst>
                <p:tags r:id="rId161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2" name="任意多边形: 形状 151"/>
            <p:cNvSpPr/>
            <p:nvPr>
              <p:custDataLst>
                <p:tags r:id="rId162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3" name="任意多边形: 形状 152"/>
            <p:cNvSpPr/>
            <p:nvPr>
              <p:custDataLst>
                <p:tags r:id="rId163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4" name="任意多边形: 形状 153"/>
            <p:cNvSpPr/>
            <p:nvPr>
              <p:custDataLst>
                <p:tags r:id="rId164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5" name="任意多边形: 形状 154"/>
            <p:cNvSpPr/>
            <p:nvPr>
              <p:custDataLst>
                <p:tags r:id="rId165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6" name="任意多边形: 形状 155"/>
            <p:cNvSpPr/>
            <p:nvPr>
              <p:custDataLst>
                <p:tags r:id="rId166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7" name="任意多边形: 形状 156"/>
            <p:cNvSpPr/>
            <p:nvPr>
              <p:custDataLst>
                <p:tags r:id="rId167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8" name="任意多边形: 形状 157"/>
            <p:cNvSpPr/>
            <p:nvPr>
              <p:custDataLst>
                <p:tags r:id="rId168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9" name="任意多边形: 形状 158"/>
            <p:cNvSpPr/>
            <p:nvPr>
              <p:custDataLst>
                <p:tags r:id="rId169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0" name="任意多边形: 形状 159"/>
            <p:cNvSpPr/>
            <p:nvPr>
              <p:custDataLst>
                <p:tags r:id="rId170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1" name="任意多边形: 形状 160"/>
            <p:cNvSpPr/>
            <p:nvPr>
              <p:custDataLst>
                <p:tags r:id="rId171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2" name="任意多边形: 形状 161"/>
            <p:cNvSpPr/>
            <p:nvPr>
              <p:custDataLst>
                <p:tags r:id="rId172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3" name="任意多边形: 形状 162"/>
            <p:cNvSpPr/>
            <p:nvPr>
              <p:custDataLst>
                <p:tags r:id="rId173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4" name="任意多边形: 形状 163"/>
            <p:cNvSpPr/>
            <p:nvPr>
              <p:custDataLst>
                <p:tags r:id="rId174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5" name="任意多边形: 形状 164"/>
            <p:cNvSpPr/>
            <p:nvPr>
              <p:custDataLst>
                <p:tags r:id="rId175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6" name="任意多边形: 形状 165"/>
            <p:cNvSpPr/>
            <p:nvPr>
              <p:custDataLst>
                <p:tags r:id="rId176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7" name="任意多边形: 形状 166"/>
            <p:cNvSpPr/>
            <p:nvPr>
              <p:custDataLst>
                <p:tags r:id="rId177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8" name="任意多边形: 形状 167"/>
            <p:cNvSpPr/>
            <p:nvPr>
              <p:custDataLst>
                <p:tags r:id="rId178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9" name="任意多边形: 形状 168"/>
            <p:cNvSpPr/>
            <p:nvPr>
              <p:custDataLst>
                <p:tags r:id="rId179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0" name="任意多边形: 形状 169"/>
            <p:cNvSpPr/>
            <p:nvPr>
              <p:custDataLst>
                <p:tags r:id="rId180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1" name="任意多边形: 形状 170"/>
            <p:cNvSpPr/>
            <p:nvPr>
              <p:custDataLst>
                <p:tags r:id="rId181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2" name="任意多边形: 形状 171"/>
            <p:cNvSpPr/>
            <p:nvPr>
              <p:custDataLst>
                <p:tags r:id="rId182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3" name="任意多边形: 形状 172"/>
            <p:cNvSpPr/>
            <p:nvPr>
              <p:custDataLst>
                <p:tags r:id="rId183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4" name="任意多边形: 形状 173"/>
            <p:cNvSpPr/>
            <p:nvPr>
              <p:custDataLst>
                <p:tags r:id="rId184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5" name="任意多边形: 形状 174"/>
            <p:cNvSpPr/>
            <p:nvPr>
              <p:custDataLst>
                <p:tags r:id="rId185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6" name="任意多边形: 形状 175"/>
            <p:cNvSpPr/>
            <p:nvPr>
              <p:custDataLst>
                <p:tags r:id="rId186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7" name="任意多边形: 形状 176"/>
            <p:cNvSpPr/>
            <p:nvPr>
              <p:custDataLst>
                <p:tags r:id="rId187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8" name="任意多边形: 形状 177"/>
            <p:cNvSpPr/>
            <p:nvPr>
              <p:custDataLst>
                <p:tags r:id="rId188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pic>
        <p:nvPicPr>
          <p:cNvPr id="179" name="图形 178"/>
          <p:cNvPicPr>
            <a:picLocks noChangeAspect="1"/>
          </p:cNvPicPr>
          <p:nvPr userDrawn="1">
            <p:custDataLst>
              <p:tags r:id="rId189"/>
            </p:custDataLst>
          </p:nvPr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 rot="16363663">
            <a:off x="3607991" y="1810655"/>
            <a:ext cx="528764" cy="528764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 userDrawn="1">
            <p:custDataLst>
              <p:tags r:id="rId192"/>
            </p:custDataLst>
          </p:nvPr>
        </p:nvPicPr>
        <p:blipFill>
          <a:blip r:embed="rId193"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 rot="14744588">
            <a:off x="9948783" y="3905514"/>
            <a:ext cx="495300" cy="161925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 userDrawn="1">
            <p:custDataLst>
              <p:tags r:id="rId195"/>
            </p:custDataLst>
          </p:nvPr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595382" y="1500777"/>
            <a:ext cx="323850" cy="371475"/>
          </a:xfrm>
          <a:prstGeom prst="rect">
            <a:avLst/>
          </a:prstGeom>
        </p:spPr>
      </p:pic>
      <p:sp>
        <p:nvSpPr>
          <p:cNvPr id="182" name="任意多边形: 形状 181"/>
          <p:cNvSpPr/>
          <p:nvPr userDrawn="1">
            <p:custDataLst>
              <p:tags r:id="rId198"/>
            </p:custDataLst>
          </p:nvPr>
        </p:nvSpPr>
        <p:spPr>
          <a:xfrm rot="21394899">
            <a:off x="6955073" y="5370350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b="1" kern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59858" y="3359323"/>
            <a:ext cx="5706514" cy="1985373"/>
          </a:xfrm>
        </p:spPr>
        <p:txBody>
          <a:bodyPr anchor="t"/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3324485" y="1511961"/>
            <a:ext cx="5777259" cy="1560951"/>
          </a:xfrm>
        </p:spPr>
        <p:txBody>
          <a:bodyPr anchor="b">
            <a:normAutofit/>
          </a:bodyPr>
          <a:lstStyle>
            <a:lvl1pPr marL="0" indent="0" algn="ctr">
              <a:buNone/>
              <a:defRPr sz="8000" b="1"/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149021" flipH="1" flipV="1">
            <a:off x="10046437" y="2791609"/>
            <a:ext cx="1100508" cy="132061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600233" flipH="1" flipV="1">
            <a:off x="8488371" y="1994298"/>
            <a:ext cx="1064547" cy="107611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1316927">
            <a:off x="1109702" y="3822690"/>
            <a:ext cx="2167609" cy="109612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09882" y="4480507"/>
            <a:ext cx="1028700" cy="88582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77118" y="1893888"/>
            <a:ext cx="1009650" cy="11811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25"/>
            </p:custDataLst>
          </p:nvPr>
        </p:nvGrpSpPr>
        <p:grpSpPr>
          <a:xfrm flipH="1" flipV="1">
            <a:off x="3358736" y="5056089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16" name="任意多边形: 形状 15"/>
            <p:cNvSpPr/>
            <p:nvPr>
              <p:custDataLst>
                <p:tags r:id="rId26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27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28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29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0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31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32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33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4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35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36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37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38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39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40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41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42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3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44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45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46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47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48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49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50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51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52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53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54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55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56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7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58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59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60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61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62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63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64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65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66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67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68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69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70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71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2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73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74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75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76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77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78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79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80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81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82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83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84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85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86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87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88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89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90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91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92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93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94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95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96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97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98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99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100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101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102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103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104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105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106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97" name="图形 29"/>
          <p:cNvGrpSpPr/>
          <p:nvPr userDrawn="1">
            <p:custDataLst>
              <p:tags r:id="rId107"/>
            </p:custDataLst>
          </p:nvPr>
        </p:nvGrpSpPr>
        <p:grpSpPr>
          <a:xfrm>
            <a:off x="1651472" y="3440195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98" name="任意多边形: 形状 97"/>
            <p:cNvSpPr/>
            <p:nvPr>
              <p:custDataLst>
                <p:tags r:id="rId108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109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110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111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112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13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14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15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16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17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18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19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20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21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22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23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24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25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26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27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28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29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30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31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32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33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34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35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36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37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38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39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40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41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42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43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44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45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46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47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48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49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50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51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52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53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54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55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56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57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58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59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0" name="任意多边形: 形状 149"/>
            <p:cNvSpPr/>
            <p:nvPr>
              <p:custDataLst>
                <p:tags r:id="rId160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1" name="任意多边形: 形状 150"/>
            <p:cNvSpPr/>
            <p:nvPr>
              <p:custDataLst>
                <p:tags r:id="rId161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2" name="任意多边形: 形状 151"/>
            <p:cNvSpPr/>
            <p:nvPr>
              <p:custDataLst>
                <p:tags r:id="rId162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3" name="任意多边形: 形状 152"/>
            <p:cNvSpPr/>
            <p:nvPr>
              <p:custDataLst>
                <p:tags r:id="rId163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4" name="任意多边形: 形状 153"/>
            <p:cNvSpPr/>
            <p:nvPr>
              <p:custDataLst>
                <p:tags r:id="rId164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5" name="任意多边形: 形状 154"/>
            <p:cNvSpPr/>
            <p:nvPr>
              <p:custDataLst>
                <p:tags r:id="rId165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6" name="任意多边形: 形状 155"/>
            <p:cNvSpPr/>
            <p:nvPr>
              <p:custDataLst>
                <p:tags r:id="rId166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7" name="任意多边形: 形状 156"/>
            <p:cNvSpPr/>
            <p:nvPr>
              <p:custDataLst>
                <p:tags r:id="rId167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8" name="任意多边形: 形状 157"/>
            <p:cNvSpPr/>
            <p:nvPr>
              <p:custDataLst>
                <p:tags r:id="rId168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9" name="任意多边形: 形状 158"/>
            <p:cNvSpPr/>
            <p:nvPr>
              <p:custDataLst>
                <p:tags r:id="rId169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0" name="任意多边形: 形状 159"/>
            <p:cNvSpPr/>
            <p:nvPr>
              <p:custDataLst>
                <p:tags r:id="rId170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1" name="任意多边形: 形状 160"/>
            <p:cNvSpPr/>
            <p:nvPr>
              <p:custDataLst>
                <p:tags r:id="rId171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2" name="任意多边形: 形状 161"/>
            <p:cNvSpPr/>
            <p:nvPr>
              <p:custDataLst>
                <p:tags r:id="rId172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3" name="任意多边形: 形状 162"/>
            <p:cNvSpPr/>
            <p:nvPr>
              <p:custDataLst>
                <p:tags r:id="rId173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4" name="任意多边形: 形状 163"/>
            <p:cNvSpPr/>
            <p:nvPr>
              <p:custDataLst>
                <p:tags r:id="rId174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5" name="任意多边形: 形状 164"/>
            <p:cNvSpPr/>
            <p:nvPr>
              <p:custDataLst>
                <p:tags r:id="rId175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6" name="任意多边形: 形状 165"/>
            <p:cNvSpPr/>
            <p:nvPr>
              <p:custDataLst>
                <p:tags r:id="rId176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7" name="任意多边形: 形状 166"/>
            <p:cNvSpPr/>
            <p:nvPr>
              <p:custDataLst>
                <p:tags r:id="rId177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8" name="任意多边形: 形状 167"/>
            <p:cNvSpPr/>
            <p:nvPr>
              <p:custDataLst>
                <p:tags r:id="rId178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9" name="任意多边形: 形状 168"/>
            <p:cNvSpPr/>
            <p:nvPr>
              <p:custDataLst>
                <p:tags r:id="rId179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0" name="任意多边形: 形状 169"/>
            <p:cNvSpPr/>
            <p:nvPr>
              <p:custDataLst>
                <p:tags r:id="rId180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1" name="任意多边形: 形状 170"/>
            <p:cNvSpPr/>
            <p:nvPr>
              <p:custDataLst>
                <p:tags r:id="rId181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2" name="任意多边形: 形状 171"/>
            <p:cNvSpPr/>
            <p:nvPr>
              <p:custDataLst>
                <p:tags r:id="rId182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3" name="任意多边形: 形状 172"/>
            <p:cNvSpPr/>
            <p:nvPr>
              <p:custDataLst>
                <p:tags r:id="rId183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4" name="任意多边形: 形状 173"/>
            <p:cNvSpPr/>
            <p:nvPr>
              <p:custDataLst>
                <p:tags r:id="rId184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5" name="任意多边形: 形状 174"/>
            <p:cNvSpPr/>
            <p:nvPr>
              <p:custDataLst>
                <p:tags r:id="rId185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6" name="任意多边形: 形状 175"/>
            <p:cNvSpPr/>
            <p:nvPr>
              <p:custDataLst>
                <p:tags r:id="rId186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7" name="任意多边形: 形状 176"/>
            <p:cNvSpPr/>
            <p:nvPr>
              <p:custDataLst>
                <p:tags r:id="rId187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8" name="任意多边形: 形状 177"/>
            <p:cNvSpPr/>
            <p:nvPr>
              <p:custDataLst>
                <p:tags r:id="rId188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pic>
        <p:nvPicPr>
          <p:cNvPr id="179" name="图形 178"/>
          <p:cNvPicPr>
            <a:picLocks noChangeAspect="1"/>
          </p:cNvPicPr>
          <p:nvPr userDrawn="1">
            <p:custDataLst>
              <p:tags r:id="rId189"/>
            </p:custDataLst>
          </p:nvPr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 rot="16363663">
            <a:off x="3607991" y="1810655"/>
            <a:ext cx="528764" cy="528764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 userDrawn="1">
            <p:custDataLst>
              <p:tags r:id="rId192"/>
            </p:custDataLst>
          </p:nvPr>
        </p:nvPicPr>
        <p:blipFill>
          <a:blip r:embed="rId193"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 rot="14744588">
            <a:off x="9948783" y="3905514"/>
            <a:ext cx="495300" cy="161925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 userDrawn="1">
            <p:custDataLst>
              <p:tags r:id="rId195"/>
            </p:custDataLst>
          </p:nvPr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595382" y="1500777"/>
            <a:ext cx="323850" cy="371475"/>
          </a:xfrm>
          <a:prstGeom prst="rect">
            <a:avLst/>
          </a:prstGeom>
        </p:spPr>
      </p:pic>
      <p:sp>
        <p:nvSpPr>
          <p:cNvPr id="182" name="任意多边形: 形状 181"/>
          <p:cNvSpPr/>
          <p:nvPr userDrawn="1">
            <p:custDataLst>
              <p:tags r:id="rId198"/>
            </p:custDataLst>
          </p:nvPr>
        </p:nvSpPr>
        <p:spPr>
          <a:xfrm rot="21394899">
            <a:off x="6955073" y="5370350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b="1" kern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59858" y="3359323"/>
            <a:ext cx="5706514" cy="1985373"/>
          </a:xfrm>
        </p:spPr>
        <p:txBody>
          <a:bodyPr anchor="t"/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3324485" y="1511961"/>
            <a:ext cx="5777259" cy="1560951"/>
          </a:xfrm>
        </p:spPr>
        <p:txBody>
          <a:bodyPr anchor="b">
            <a:normAutofit/>
          </a:bodyPr>
          <a:lstStyle>
            <a:lvl1pPr marL="0" indent="0" algn="ctr">
              <a:buNone/>
              <a:defRPr sz="8000" b="1"/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149021" flipH="1" flipV="1">
            <a:off x="10046437" y="2791609"/>
            <a:ext cx="1100508" cy="132061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600233" flipH="1" flipV="1">
            <a:off x="8488371" y="1994298"/>
            <a:ext cx="1064547" cy="107611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1316927">
            <a:off x="1109702" y="3822690"/>
            <a:ext cx="2167609" cy="109612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09882" y="4480507"/>
            <a:ext cx="1028700" cy="88582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977118" y="1893888"/>
            <a:ext cx="1009650" cy="11811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25"/>
            </p:custDataLst>
          </p:nvPr>
        </p:nvGrpSpPr>
        <p:grpSpPr>
          <a:xfrm flipH="1" flipV="1">
            <a:off x="3358736" y="5056089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16" name="任意多边形: 形状 15"/>
            <p:cNvSpPr/>
            <p:nvPr>
              <p:custDataLst>
                <p:tags r:id="rId26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27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28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29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0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31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32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33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4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35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36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37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38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39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40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41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42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3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44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45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46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47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48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49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50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51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52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53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54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55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56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7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58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59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60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61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62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63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64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65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66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67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68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69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70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71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2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73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74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75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76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77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78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79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80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81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82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83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84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85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86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87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88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89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90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91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92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93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94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95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96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97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98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99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100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101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102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103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104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105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106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grpSp>
        <p:nvGrpSpPr>
          <p:cNvPr id="97" name="图形 29"/>
          <p:cNvGrpSpPr/>
          <p:nvPr userDrawn="1">
            <p:custDataLst>
              <p:tags r:id="rId107"/>
            </p:custDataLst>
          </p:nvPr>
        </p:nvGrpSpPr>
        <p:grpSpPr>
          <a:xfrm>
            <a:off x="1651472" y="3440195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98" name="任意多边形: 形状 97"/>
            <p:cNvSpPr/>
            <p:nvPr>
              <p:custDataLst>
                <p:tags r:id="rId108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109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110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111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112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13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14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15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16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17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18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19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20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21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22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23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24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25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26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27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28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29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30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31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32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33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34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35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36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37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38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39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40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41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42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43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44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45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46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47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48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49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50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51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52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53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54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55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56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57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58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59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0" name="任意多边形: 形状 149"/>
            <p:cNvSpPr/>
            <p:nvPr>
              <p:custDataLst>
                <p:tags r:id="rId160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1" name="任意多边形: 形状 150"/>
            <p:cNvSpPr/>
            <p:nvPr>
              <p:custDataLst>
                <p:tags r:id="rId161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2" name="任意多边形: 形状 151"/>
            <p:cNvSpPr/>
            <p:nvPr>
              <p:custDataLst>
                <p:tags r:id="rId162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3" name="任意多边形: 形状 152"/>
            <p:cNvSpPr/>
            <p:nvPr>
              <p:custDataLst>
                <p:tags r:id="rId163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4" name="任意多边形: 形状 153"/>
            <p:cNvSpPr/>
            <p:nvPr>
              <p:custDataLst>
                <p:tags r:id="rId164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5" name="任意多边形: 形状 154"/>
            <p:cNvSpPr/>
            <p:nvPr>
              <p:custDataLst>
                <p:tags r:id="rId165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6" name="任意多边形: 形状 155"/>
            <p:cNvSpPr/>
            <p:nvPr>
              <p:custDataLst>
                <p:tags r:id="rId166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7" name="任意多边形: 形状 156"/>
            <p:cNvSpPr/>
            <p:nvPr>
              <p:custDataLst>
                <p:tags r:id="rId167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8" name="任意多边形: 形状 157"/>
            <p:cNvSpPr/>
            <p:nvPr>
              <p:custDataLst>
                <p:tags r:id="rId168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59" name="任意多边形: 形状 158"/>
            <p:cNvSpPr/>
            <p:nvPr>
              <p:custDataLst>
                <p:tags r:id="rId169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0" name="任意多边形: 形状 159"/>
            <p:cNvSpPr/>
            <p:nvPr>
              <p:custDataLst>
                <p:tags r:id="rId170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1" name="任意多边形: 形状 160"/>
            <p:cNvSpPr/>
            <p:nvPr>
              <p:custDataLst>
                <p:tags r:id="rId171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2" name="任意多边形: 形状 161"/>
            <p:cNvSpPr/>
            <p:nvPr>
              <p:custDataLst>
                <p:tags r:id="rId172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3" name="任意多边形: 形状 162"/>
            <p:cNvSpPr/>
            <p:nvPr>
              <p:custDataLst>
                <p:tags r:id="rId173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4" name="任意多边形: 形状 163"/>
            <p:cNvSpPr/>
            <p:nvPr>
              <p:custDataLst>
                <p:tags r:id="rId174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5" name="任意多边形: 形状 164"/>
            <p:cNvSpPr/>
            <p:nvPr>
              <p:custDataLst>
                <p:tags r:id="rId175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6" name="任意多边形: 形状 165"/>
            <p:cNvSpPr/>
            <p:nvPr>
              <p:custDataLst>
                <p:tags r:id="rId176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7" name="任意多边形: 形状 166"/>
            <p:cNvSpPr/>
            <p:nvPr>
              <p:custDataLst>
                <p:tags r:id="rId177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8" name="任意多边形: 形状 167"/>
            <p:cNvSpPr/>
            <p:nvPr>
              <p:custDataLst>
                <p:tags r:id="rId178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69" name="任意多边形: 形状 168"/>
            <p:cNvSpPr/>
            <p:nvPr>
              <p:custDataLst>
                <p:tags r:id="rId179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0" name="任意多边形: 形状 169"/>
            <p:cNvSpPr/>
            <p:nvPr>
              <p:custDataLst>
                <p:tags r:id="rId180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1" name="任意多边形: 形状 170"/>
            <p:cNvSpPr/>
            <p:nvPr>
              <p:custDataLst>
                <p:tags r:id="rId181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2" name="任意多边形: 形状 171"/>
            <p:cNvSpPr/>
            <p:nvPr>
              <p:custDataLst>
                <p:tags r:id="rId182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3" name="任意多边形: 形状 172"/>
            <p:cNvSpPr/>
            <p:nvPr>
              <p:custDataLst>
                <p:tags r:id="rId183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4" name="任意多边形: 形状 173"/>
            <p:cNvSpPr/>
            <p:nvPr>
              <p:custDataLst>
                <p:tags r:id="rId184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5" name="任意多边形: 形状 174"/>
            <p:cNvSpPr/>
            <p:nvPr>
              <p:custDataLst>
                <p:tags r:id="rId185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6" name="任意多边形: 形状 175"/>
            <p:cNvSpPr/>
            <p:nvPr>
              <p:custDataLst>
                <p:tags r:id="rId186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7" name="任意多边形: 形状 176"/>
            <p:cNvSpPr/>
            <p:nvPr>
              <p:custDataLst>
                <p:tags r:id="rId187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78" name="任意多边形: 形状 177"/>
            <p:cNvSpPr/>
            <p:nvPr>
              <p:custDataLst>
                <p:tags r:id="rId188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pic>
        <p:nvPicPr>
          <p:cNvPr id="179" name="图形 178"/>
          <p:cNvPicPr>
            <a:picLocks noChangeAspect="1"/>
          </p:cNvPicPr>
          <p:nvPr userDrawn="1">
            <p:custDataLst>
              <p:tags r:id="rId189"/>
            </p:custDataLst>
          </p:nvPr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 rot="16363663">
            <a:off x="3607991" y="1810655"/>
            <a:ext cx="528764" cy="528764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 userDrawn="1">
            <p:custDataLst>
              <p:tags r:id="rId192"/>
            </p:custDataLst>
          </p:nvPr>
        </p:nvPicPr>
        <p:blipFill>
          <a:blip r:embed="rId193"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 rot="14744588">
            <a:off x="9948783" y="3905514"/>
            <a:ext cx="495300" cy="161925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 userDrawn="1">
            <p:custDataLst>
              <p:tags r:id="rId195"/>
            </p:custDataLst>
          </p:nvPr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595382" y="1500777"/>
            <a:ext cx="323850" cy="371475"/>
          </a:xfrm>
          <a:prstGeom prst="rect">
            <a:avLst/>
          </a:prstGeom>
        </p:spPr>
      </p:pic>
      <p:sp>
        <p:nvSpPr>
          <p:cNvPr id="182" name="任意多边形: 形状 181"/>
          <p:cNvSpPr/>
          <p:nvPr userDrawn="1">
            <p:custDataLst>
              <p:tags r:id="rId198"/>
            </p:custDataLst>
          </p:nvPr>
        </p:nvSpPr>
        <p:spPr>
          <a:xfrm rot="21394899">
            <a:off x="6955073" y="5370350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b="1" kern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image" Target="../media/image1.png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1" Type="http://schemas.openxmlformats.org/officeDocument/2006/relationships/theme" Target="../theme/theme17.xml"/><Relationship Id="rId10" Type="http://schemas.openxmlformats.org/officeDocument/2006/relationships/tags" Target="../tags/tag188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image" Target="../media/image1.png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1" Type="http://schemas.openxmlformats.org/officeDocument/2006/relationships/theme" Target="../theme/theme18.xml"/><Relationship Id="rId10" Type="http://schemas.openxmlformats.org/officeDocument/2006/relationships/tags" Target="../tags/tag376.xml"/><Relationship Id="rId1" Type="http://schemas.openxmlformats.org/officeDocument/2006/relationships/slideLayout" Target="../slideLayouts/slideLayout2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tags" Target="../tags/tag563.xml"/><Relationship Id="rId8" Type="http://schemas.openxmlformats.org/officeDocument/2006/relationships/tags" Target="../tags/tag562.xml"/><Relationship Id="rId7" Type="http://schemas.openxmlformats.org/officeDocument/2006/relationships/tags" Target="../tags/tag561.xml"/><Relationship Id="rId6" Type="http://schemas.openxmlformats.org/officeDocument/2006/relationships/tags" Target="../tags/tag560.xml"/><Relationship Id="rId5" Type="http://schemas.openxmlformats.org/officeDocument/2006/relationships/tags" Target="../tags/tag559.xml"/><Relationship Id="rId4" Type="http://schemas.openxmlformats.org/officeDocument/2006/relationships/image" Target="../media/image1.png"/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1" Type="http://schemas.openxmlformats.org/officeDocument/2006/relationships/theme" Target="../theme/theme19.xml"/><Relationship Id="rId10" Type="http://schemas.openxmlformats.org/officeDocument/2006/relationships/tags" Target="../tags/tag564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2.jpe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67.xml"/><Relationship Id="rId2" Type="http://schemas.openxmlformats.org/officeDocument/2006/relationships/tags" Target="../tags/tag566.xml"/><Relationship Id="rId1" Type="http://schemas.openxmlformats.org/officeDocument/2006/relationships/tags" Target="../tags/tag56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5.jpeg"/><Relationship Id="rId1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6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6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7.xml"/><Relationship Id="rId7" Type="http://schemas.openxmlformats.org/officeDocument/2006/relationships/image" Target="../media/image34.png"/><Relationship Id="rId6" Type="http://schemas.microsoft.com/office/2007/relationships/media" Target="../media/media1.mp4"/><Relationship Id="rId5" Type="http://schemas.openxmlformats.org/officeDocument/2006/relationships/video" Target="../media/media1.mp4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26.png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5.jpeg"/><Relationship Id="rId1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26.png"/><Relationship Id="rId1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8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tags" Target="../tags/tag56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6.xml"/><Relationship Id="rId2" Type="http://schemas.openxmlformats.org/officeDocument/2006/relationships/image" Target="../media/image39.jpeg"/><Relationship Id="rId1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jpeg"/><Relationship Id="rId1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41.jpeg"/><Relationship Id="rId1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44.png"/><Relationship Id="rId7" Type="http://schemas.microsoft.com/office/2007/relationships/media" Target="../media/media3.mp4"/><Relationship Id="rId6" Type="http://schemas.openxmlformats.org/officeDocument/2006/relationships/video" Target="../media/media3.mp4"/><Relationship Id="rId5" Type="http://schemas.openxmlformats.org/officeDocument/2006/relationships/image" Target="../media/image43.png"/><Relationship Id="rId4" Type="http://schemas.microsoft.com/office/2007/relationships/media" Target="../media/media2.mp4"/><Relationship Id="rId3" Type="http://schemas.openxmlformats.org/officeDocument/2006/relationships/video" Target="../media/media2.mp4"/><Relationship Id="rId2" Type="http://schemas.openxmlformats.org/officeDocument/2006/relationships/image" Target="../media/image42.jpe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45.jpeg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jpeg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9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" Type="http://schemas.openxmlformats.org/officeDocument/2006/relationships/tags" Target="../tags/tag571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9.jpe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50.png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1.png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054850" y="79756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Otto      Robot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40805" y="3429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71590" y="3161030"/>
            <a:ext cx="5431790" cy="1470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FINAL PRESENTATION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20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366000" y="4631055"/>
            <a:ext cx="4826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Group1： </a:t>
            </a:r>
            <a:r>
              <a:rPr lang="en-US" sz="16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Yangnan.yan 2363610 </a:t>
            </a:r>
            <a:endParaRPr lang="en-US" sz="1600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457200" lvl="1" indent="45720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Jiarui.li 2360655 </a:t>
            </a:r>
            <a:endParaRPr lang="en-US" sz="1600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457200" lvl="1" indent="45720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xinhang.li 2363444 </a:t>
            </a:r>
            <a:endParaRPr lang="en-US" sz="1600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457200" lvl="1" indent="45720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Jian.wang 2362488</a:t>
            </a:r>
            <a:endParaRPr lang="en-US" sz="1600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74015"/>
            <a:ext cx="10932160" cy="5721985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620" y="63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76400" y="63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System overview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3962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79805" y="1244600"/>
            <a:ext cx="47186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This project uses ESP32 with a camera and lightweight YOLOv11-Nano model to identify blocks. The robot performs corresponding movements to realize vision-based autonomous operation.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 descr="be2546149b08a110830f88db6aa4f05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855" y="374650"/>
            <a:ext cx="6494145" cy="5721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74015"/>
            <a:ext cx="10932160" cy="5721985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620" y="63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76400" y="63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System overview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39624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79805" y="1244600"/>
            <a:ext cx="104070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Process</a:t>
            </a:r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The ultrasonic module conducts detection, avoiding large cylindrical obstacles.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 At the same time, using the esp32 camera, the target object is identified and the robot moves towards the target object.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59858" y="3359323"/>
            <a:ext cx="5706514" cy="1985373"/>
          </a:xfrm>
        </p:spPr>
        <p:txBody>
          <a:bodyPr/>
          <a:lstStyle/>
          <a:p>
            <a:r>
              <a:rPr lang="en-US" altLang="en-US" dirty="0"/>
              <a:t>Robot structure design</a:t>
            </a:r>
            <a:endParaRPr lang="en-US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324485" y="1511961"/>
            <a:ext cx="5777259" cy="1560951"/>
          </a:xfrm>
        </p:spPr>
        <p:txBody>
          <a:bodyPr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Challenges &amp; Solutions</a:t>
            </a:r>
            <a:endParaRPr lang="en-US" altLang="zh-CN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715" y="1283970"/>
            <a:ext cx="7451090" cy="557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First-Generation Design Failure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long-leg and high-DOF design resulted in an oversized structure. Medium servos lacked sufficient torque to drive the robot, forcing a project redesign.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Mismatched Servo Torque &amp; Load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initial leg torque requirements exceeded the servo performance limits, causing instability, weak movements, and an inability to walk normally.So we changed the structure.</a:t>
            </a:r>
            <a:endParaRPr lang="en-US" altLang="zh-CN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	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 descr="e4dd892dd40c0f6aed126bcd849d62b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625" y="0"/>
            <a:ext cx="40163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Project Challenges &amp; Solutions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635"/>
            <a:ext cx="10744200" cy="457136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86105" cy="5861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62000" y="2713355"/>
            <a:ext cx="4468495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Generation 1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Concept: Long legs + high degrees of freedom</a:t>
            </a:r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Problem: Medium servos cannot provide enough torque</a:t>
            </a:r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</a:t>
            </a:r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esult: Too large structure, unable to walk, suspended</a:t>
            </a:r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72510" y="2706370"/>
            <a:ext cx="3219450" cy="300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739531625" name="图片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1865" y="2503170"/>
            <a:ext cx="4636135" cy="2868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Project Challenges &amp; Solutions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635"/>
            <a:ext cx="10744200" cy="457136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86105" cy="5861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62000" y="2713355"/>
            <a:ext cx="2928620" cy="2691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Generation 2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Tried another foot structure, hardware installation completed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69255" y="2131060"/>
            <a:ext cx="3219450" cy="300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809707890" name="图片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39795" y="2138045"/>
            <a:ext cx="4841240" cy="34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20" descr="550ea7f35a3e91ffbf6504a6604df3c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1664335"/>
            <a:ext cx="3588385" cy="4568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Project Challenges &amp; Solutions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635"/>
            <a:ext cx="10744200" cy="457136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86105" cy="5861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624965" y="1960880"/>
            <a:ext cx="6568440" cy="2691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Generation 3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leg structure has been greatly modified, inspired by Qmini，however, it was found that the pitch motor is extremely prone to under-damped vibration when returning to alignment.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04173965" name="图片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3514090"/>
            <a:ext cx="4280535" cy="270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b1111a7d8243ea9169f521738991b52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751955" y="3513455"/>
            <a:ext cx="4754245" cy="2709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fill="remove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Challenges &amp; Solutions</a:t>
            </a:r>
            <a:endParaRPr lang="en-US" altLang="zh-CN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 descr="0144348c3e695e9d772e17d9d5cf17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35" y="1249045"/>
            <a:ext cx="9425305" cy="5608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Project Challenges &amp; Solutions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635"/>
            <a:ext cx="10744200" cy="457136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586105" cy="5861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62000" y="2713355"/>
            <a:ext cx="2695575" cy="309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Generation 4</a:t>
            </a:r>
            <a:endParaRPr lang="en-US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legs abandon the humanoid structure and are simplified to four degrees of freedom. The platform can still inherit the hardware installation structure.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69255" y="2131060"/>
            <a:ext cx="3219450" cy="300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877664528" name="图片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8210" y="1823720"/>
            <a:ext cx="6249035" cy="440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b879d2f0859811f674e905281e9e8c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605" y="1651635"/>
            <a:ext cx="3425825" cy="4571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59858" y="3359323"/>
            <a:ext cx="5706514" cy="1985373"/>
          </a:xfrm>
        </p:spPr>
        <p:txBody>
          <a:bodyPr/>
          <a:lstStyle/>
          <a:p>
            <a:r>
              <a:rPr lang="en-US" altLang="en-US" dirty="0"/>
              <a:t>Web Remote Control System</a:t>
            </a:r>
            <a:endParaRPr lang="en-US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324485" y="1511961"/>
            <a:ext cx="5777259" cy="1560951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76885" y="197485"/>
            <a:ext cx="125088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Autonomous Walking &amp; Obstacle Avoidance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58085" y="2502535"/>
            <a:ext cx="5662295" cy="315722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图片 4" descr="698fbc288970659a949edf903b6e7a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225" y="1342390"/>
            <a:ext cx="8586470" cy="48298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76885" y="197485"/>
            <a:ext cx="125088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Autonomous Walking &amp; Obstacle Avoidance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58085" y="2502535"/>
            <a:ext cx="5662295" cy="315722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文本框 21"/>
          <p:cNvSpPr txBox="1"/>
          <p:nvPr/>
        </p:nvSpPr>
        <p:spPr>
          <a:xfrm>
            <a:off x="223520" y="1433830"/>
            <a:ext cx="402653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 website to control the robot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 descr="8b53f327e6af04effd5a21ea2546ab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485" y="2217420"/>
            <a:ext cx="7461885" cy="3726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76885" y="197485"/>
            <a:ext cx="125088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Autonomous Walking &amp; Obstacle Avoidance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458085" y="2502535"/>
            <a:ext cx="5662295" cy="315722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图片 4" descr="a09b00c4ca344847cb4b4bd66eb5b2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60" y="1960880"/>
            <a:ext cx="8806180" cy="3698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69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76885" y="197485"/>
            <a:ext cx="125088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Autonomous Walking &amp; Obstacle Avoidance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7cdccf4979a564fff70f15920493f0c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936240"/>
            <a:ext cx="5446395" cy="39217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59200" y="2000250"/>
            <a:ext cx="47936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Control movement by using button</a:t>
            </a:r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s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pic>
        <p:nvPicPr>
          <p:cNvPr id="6" name="8a3012797ae3876df210f2c9a454bdbf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395730"/>
            <a:ext cx="3476625" cy="5462270"/>
          </a:xfrm>
          <a:prstGeom prst="rect">
            <a:avLst/>
          </a:prstGeom>
        </p:spPr>
      </p:pic>
      <p:pic>
        <p:nvPicPr>
          <p:cNvPr id="7" name="cbc8c8fee4cb84adfe064cb740f3ad6f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923020" y="1395730"/>
            <a:ext cx="3268980" cy="54622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91870" y="1075055"/>
            <a:ext cx="13138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Tur n 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78035" y="1073785"/>
            <a:ext cx="198437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Go straight ahead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3680460" y="2179320"/>
            <a:ext cx="1335405" cy="159512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4" idx="3"/>
          </p:cNvCxnSpPr>
          <p:nvPr/>
        </p:nvCxnSpPr>
        <p:spPr>
          <a:xfrm flipV="1">
            <a:off x="5030470" y="2161540"/>
            <a:ext cx="3522345" cy="12376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7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9" dur="27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10" repeatCount="indefinite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 fullScrn="0">
              <p:cMediaNode>
                <p:cTn id="11" repeatCount="indefinite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76885" y="197485"/>
            <a:ext cx="1250886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Autonomous Walking &amp; Obstacle Avoidance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17945" y="2840990"/>
            <a:ext cx="3831590" cy="995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 website to control the robot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 descr="78983d82a73fa085f3e059a50fb53e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016635"/>
            <a:ext cx="4543425" cy="57080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Challenges &amp; Solutions</a:t>
            </a:r>
            <a:endParaRPr lang="en-US" altLang="zh-CN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715" y="1283970"/>
            <a:ext cx="1073467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Unstable ESP32-CAM Connection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Insufficient power, network fluctuations, and excessive request frequency caused frequent camera feed freezes, timeouts, and disconnections.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 we used a portable router to enhance the signal strength.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	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3" name="图片 2" descr="7a5bab4ee302b74c1fcac1da014a99f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610" y="2766060"/>
            <a:ext cx="5303520" cy="3976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59858" y="3359323"/>
            <a:ext cx="5706514" cy="1985373"/>
          </a:xfrm>
        </p:spPr>
        <p:txBody>
          <a:bodyPr/>
          <a:lstStyle/>
          <a:p>
            <a:r>
              <a:rPr lang="en-US" altLang="en-US" dirty="0"/>
              <a:t>Visual Recognition</a:t>
            </a:r>
            <a:endParaRPr lang="en-US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324485" y="1511961"/>
            <a:ext cx="5777259" cy="1560951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Project Challenges &amp; Solutions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758805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508000" cy="508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574800" y="2330450"/>
            <a:ext cx="6815455" cy="346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Camera: ESP32 CAM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Dataset: 1800 images (multi‑angle, sufficient samples)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Training: Improved model accuracy and stability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Function: Identify objects and trigger corresponding robot actions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Feature: High success rate, stable real‑time performance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 descr="c0df649283a23668fb2e035edb896d8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870" y="1778000"/>
            <a:ext cx="3416935" cy="1922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Challenges &amp; Solutions</a:t>
            </a:r>
            <a:endParaRPr lang="en-US" altLang="zh-CN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715" y="1283970"/>
            <a:ext cx="1073467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	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Insufficient Visual Recognition Accuracy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Early training with a small dataset and limited angles led to model confusion with similar objects and a low recognition success rate.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Later, we used more photos for training.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5" y="3007360"/>
            <a:ext cx="9039860" cy="385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195" y="635"/>
            <a:ext cx="1222819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矩形 3"/>
          <p:cNvSpPr/>
          <p:nvPr/>
        </p:nvSpPr>
        <p:spPr>
          <a:xfrm>
            <a:off x="-2559685" y="310515"/>
            <a:ext cx="1678051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We Learned from Building the Biped Robot</a:t>
            </a:r>
            <a:endParaRPr lang="en-US" altLang="zh-CN" sz="36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835" y="1414145"/>
            <a:ext cx="10931525" cy="3954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Design must match hardware limitations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The first-gen long-leg, high-DOF design failed due to insufficient torque of medium servos. We learned to design for hardware limits and adopted the simple Otto structure for stable motion.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Mechanical optimization directly affects stability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Shortening legs, reducing DOF and optimizing feet greatly improved stability. We realized reasonable simplification beats unnecessary complexity.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algn="l">
              <a:buSzTx/>
            </a:pPr>
            <a:r>
              <a:rPr lang="en-US" sz="2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Debugging skills and systematic problem-solving</a:t>
            </a:r>
            <a:endParaRPr lang="en-US" sz="2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altLang="zh-CN" sz="15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Solving servo jitter, camera disconnection and falling issues, we mastered troubleshooting, modular testing and iteration, enhancing practical skills.</a:t>
            </a:r>
            <a:endParaRPr lang="en-US" altLang="zh-CN" sz="15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274695" y="989330"/>
            <a:ext cx="5815965" cy="2888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6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4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4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4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4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4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4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4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4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4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4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4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4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4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4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4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4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4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4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4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4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4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4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4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4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4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4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4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4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4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4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4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4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4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4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4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4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4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4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4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4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4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4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4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4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4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4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4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4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4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4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4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4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4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4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4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4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4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4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4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4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4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4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4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4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4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4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4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4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4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0"/>
  <p:tag name="KSO_WM_UNIT_LAYERLEVEL" val="1"/>
  <p:tag name="KSO_WM_TAG_VERSION" val="3.0"/>
  <p:tag name="KSO_WM_BEAUTIFY_FLAG" val="#wm#"/>
  <p:tag name="KSO_WM_UNIT_TYPE" val="i"/>
  <p:tag name="KSO_WM_UNIT_INDEX" val="90"/>
</p:tagLst>
</file>

<file path=ppt/tags/tag96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4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4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4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4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0984"/>
</p:tagLst>
</file>

<file path=ppt/tags/tag18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二级&#13;三级&#13;四级&#13;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0984"/>
</p:tagLst>
</file>

<file path=ppt/tags/tag1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0984"/>
  <p:tag name="KSO_WM_TEMPLATE_CATEGORY" val="custom"/>
  <p:tag name="KSO_WM_TEMPLATE_MASTER_TYPE" val="0"/>
</p:tagLst>
</file>

<file path=ppt/tags/tag1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4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4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4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202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4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4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4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4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4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4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4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4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4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4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4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4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4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4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4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4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4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4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4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4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4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4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4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4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4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4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4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4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4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4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4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4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4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4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4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4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4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4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4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4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4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4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4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4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1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4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4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4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4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4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4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4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4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4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4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4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4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4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4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4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1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4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4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4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4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4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2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4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0"/>
  <p:tag name="KSO_WM_UNIT_LAYERLEVEL" val="1"/>
  <p:tag name="KSO_WM_TAG_VERSION" val="3.0"/>
  <p:tag name="KSO_WM_BEAUTIFY_FLAG" val="#wm#"/>
  <p:tag name="KSO_WM_UNIT_TYPE" val="i"/>
  <p:tag name="KSO_WM_UNIT_INDEX" val="90"/>
</p:tagLst>
</file>

<file path=ppt/tags/tag284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9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2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5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1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6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7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7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6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1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5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4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6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4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7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4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8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4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0984"/>
</p:tagLst>
</file>

<file path=ppt/tags/tag3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二级&#13;三级&#13;四级&#13;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0984"/>
</p:tagLst>
</file>

<file path=ppt/tags/tag3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6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0984"/>
  <p:tag name="KSO_WM_TEMPLATE_CATEGORY" val="custom"/>
  <p:tag name="KSO_WM_TEMPLATE_MASTER_TYPE" val="0"/>
</p:tagLst>
</file>

<file path=ppt/tags/tag37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8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4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4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5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4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7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4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8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390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4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1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4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2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4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3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4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4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4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5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4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6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4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7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4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8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4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9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4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0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4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1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4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2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4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3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4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4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4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5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4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6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4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7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4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8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4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9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4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0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4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1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4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2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4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3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4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4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4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5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4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6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4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7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4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8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4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9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4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0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4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1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4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2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4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3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4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4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4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5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4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6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4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7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8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4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9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0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2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4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3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4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4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5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4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6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4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7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4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8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4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9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4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0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4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1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4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2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4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3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4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4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4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5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6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8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9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4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0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1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4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2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4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3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4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4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4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5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4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6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4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7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4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8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4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9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4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0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1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4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2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4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3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4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5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6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4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7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4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8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9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0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4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0"/>
  <p:tag name="KSO_WM_UNIT_LAYERLEVEL" val="1"/>
  <p:tag name="KSO_WM_TAG_VERSION" val="3.0"/>
  <p:tag name="KSO_WM_BEAUTIFY_FLAG" val="#wm#"/>
  <p:tag name="KSO_WM_UNIT_TYPE" val="i"/>
  <p:tag name="KSO_WM_UNIT_INDEX" val="90"/>
</p:tagLst>
</file>

<file path=ppt/tags/tag472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3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4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5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6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7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8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9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0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1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3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4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5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8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9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2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3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5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7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8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0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1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4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9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5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4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6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1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8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9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3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4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4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4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5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4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6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4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0984"/>
</p:tagLst>
</file>

<file path=ppt/tags/tag5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二级&#13;三级&#13;四级&#13;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0984"/>
</p:tagLst>
</file>

<file path=ppt/tags/tag5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0984"/>
  <p:tag name="KSO_WM_TEMPLATE_CATEGORY" val="custom"/>
  <p:tag name="KSO_WM_TEMPLATE_MASTER_TYPE" val="0"/>
</p:tagLst>
</file>

<file path=ppt/tags/tag5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添加章节标题"/>
  <p:tag name="KSO_WM_UNIT_ID" val="custom2023098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  <p:tag name="KSO_WM_UNIT_ISCONTENTSTITLE" val="0"/>
  <p:tag name="KSO_WM_UNIT_TEXT_TYPE" val="1"/>
</p:tagLst>
</file>

<file path=ppt/tags/tag56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098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</p:tagLst>
</file>

<file path=ppt/tags/tag56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0984"/>
  <p:tag name="KSO_WM_TEMPLATE_CATEGORY" val="custom"/>
  <p:tag name="KSO_WM_SLIDE_INDEX" val="7"/>
  <p:tag name="KSO_WM_SLIDE_ID" val="custom20230984_7"/>
  <p:tag name="KSO_WM_TEMPLATE_MASTER_TYPE" val="0"/>
  <p:tag name="KSO_WM_SLIDE_LAYOUT" val="a_e"/>
  <p:tag name="KSO_WM_SLIDE_LAYOUT_CNT" val="1_1"/>
</p:tagLst>
</file>

<file path=ppt/tags/tag5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添加章节标题"/>
  <p:tag name="KSO_WM_UNIT_ID" val="custom2023098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  <p:tag name="KSO_WM_UNIT_ISCONTENTSTITLE" val="0"/>
  <p:tag name="KSO_WM_UNIT_TEXT_TYPE" val="1"/>
</p:tagLst>
</file>

<file path=ppt/tags/tag56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098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</p:tagLst>
</file>

<file path=ppt/tags/tag57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0984"/>
  <p:tag name="KSO_WM_TEMPLATE_CATEGORY" val="custom"/>
  <p:tag name="KSO_WM_SLIDE_INDEX" val="7"/>
  <p:tag name="KSO_WM_SLIDE_ID" val="custom20230984_7"/>
  <p:tag name="KSO_WM_TEMPLATE_MASTER_TYPE" val="0"/>
  <p:tag name="KSO_WM_SLIDE_LAYOUT" val="a_e"/>
  <p:tag name="KSO_WM_SLIDE_LAYOUT_CNT" val="1_1"/>
</p:tagLst>
</file>

<file path=ppt/tags/tag5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添加章节标题"/>
  <p:tag name="KSO_WM_UNIT_ID" val="custom2023098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  <p:tag name="KSO_WM_UNIT_ISCONTENTSTITLE" val="0"/>
  <p:tag name="KSO_WM_UNIT_TEXT_TYPE" val="1"/>
</p:tagLst>
</file>

<file path=ppt/tags/tag57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098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0984"/>
  <p:tag name="KSO_WM_TEMPLATE_CATEGORY" val="custom"/>
</p:tagLst>
</file>

<file path=ppt/tags/tag57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0984"/>
  <p:tag name="KSO_WM_TEMPLATE_CATEGORY" val="custom"/>
  <p:tag name="KSO_WM_SLIDE_INDEX" val="7"/>
  <p:tag name="KSO_WM_SLIDE_ID" val="custom20230984_7"/>
  <p:tag name="KSO_WM_TEMPLATE_MASTER_TYPE" val="0"/>
  <p:tag name="KSO_WM_SLIDE_LAYOUT" val="a_e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Office 主题​​">
  <a:themeElements>
    <a:clrScheme name="自定义 49">
      <a:dk1>
        <a:srgbClr val="000000"/>
      </a:dk1>
      <a:lt1>
        <a:srgbClr val="FFFFFF"/>
      </a:lt1>
      <a:dk2>
        <a:srgbClr val="052E00"/>
      </a:dk2>
      <a:lt2>
        <a:srgbClr val="F5F7FF"/>
      </a:lt2>
      <a:accent1>
        <a:srgbClr val="FFC000"/>
      </a:accent1>
      <a:accent2>
        <a:srgbClr val="F55E5C"/>
      </a:accent2>
      <a:accent3>
        <a:srgbClr val="00B0F0"/>
      </a:accent3>
      <a:accent4>
        <a:srgbClr val="00B050"/>
      </a:accent4>
      <a:accent5>
        <a:srgbClr val="A96AFE"/>
      </a:accent5>
      <a:accent6>
        <a:srgbClr val="FF7429"/>
      </a:accent6>
      <a:hlink>
        <a:srgbClr val="304FFE"/>
      </a:hlink>
      <a:folHlink>
        <a:srgbClr val="492067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_Office 主题​​">
  <a:themeElements>
    <a:clrScheme name="自定义 49">
      <a:dk1>
        <a:srgbClr val="000000"/>
      </a:dk1>
      <a:lt1>
        <a:srgbClr val="FFFFFF"/>
      </a:lt1>
      <a:dk2>
        <a:srgbClr val="052E00"/>
      </a:dk2>
      <a:lt2>
        <a:srgbClr val="F5F7FF"/>
      </a:lt2>
      <a:accent1>
        <a:srgbClr val="FFC000"/>
      </a:accent1>
      <a:accent2>
        <a:srgbClr val="F55E5C"/>
      </a:accent2>
      <a:accent3>
        <a:srgbClr val="00B0F0"/>
      </a:accent3>
      <a:accent4>
        <a:srgbClr val="00B050"/>
      </a:accent4>
      <a:accent5>
        <a:srgbClr val="A96AFE"/>
      </a:accent5>
      <a:accent6>
        <a:srgbClr val="FF7429"/>
      </a:accent6>
      <a:hlink>
        <a:srgbClr val="304FFE"/>
      </a:hlink>
      <a:folHlink>
        <a:srgbClr val="492067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3_Office 主题​​">
  <a:themeElements>
    <a:clrScheme name="自定义 49">
      <a:dk1>
        <a:srgbClr val="000000"/>
      </a:dk1>
      <a:lt1>
        <a:srgbClr val="FFFFFF"/>
      </a:lt1>
      <a:dk2>
        <a:srgbClr val="052E00"/>
      </a:dk2>
      <a:lt2>
        <a:srgbClr val="F5F7FF"/>
      </a:lt2>
      <a:accent1>
        <a:srgbClr val="FFC000"/>
      </a:accent1>
      <a:accent2>
        <a:srgbClr val="F55E5C"/>
      </a:accent2>
      <a:accent3>
        <a:srgbClr val="00B0F0"/>
      </a:accent3>
      <a:accent4>
        <a:srgbClr val="00B050"/>
      </a:accent4>
      <a:accent5>
        <a:srgbClr val="A96AFE"/>
      </a:accent5>
      <a:accent6>
        <a:srgbClr val="FF7429"/>
      </a:accent6>
      <a:hlink>
        <a:srgbClr val="304FFE"/>
      </a:hlink>
      <a:folHlink>
        <a:srgbClr val="492067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3545</Words>
  <Application>WPS 演示</Application>
  <PresentationFormat/>
  <Paragraphs>152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23</vt:i4>
      </vt:variant>
    </vt:vector>
  </HeadingPairs>
  <TitlesOfParts>
    <vt:vector size="4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2_默认主题</vt:lpstr>
      <vt:lpstr>5_默认主题</vt:lpstr>
      <vt:lpstr>7_默认主题</vt:lpstr>
      <vt:lpstr>8_默认主题</vt:lpstr>
      <vt:lpstr>9_默认主题</vt:lpstr>
      <vt:lpstr>1_默认主题</vt:lpstr>
      <vt:lpstr>6_默认主题</vt:lpstr>
      <vt:lpstr>10_默认主题</vt:lpstr>
      <vt:lpstr>11_默认主题</vt:lpstr>
      <vt:lpstr>12_默认主题</vt:lpstr>
      <vt:lpstr>13_默认主题</vt:lpstr>
      <vt:lpstr>4_默认主题</vt:lpstr>
      <vt:lpstr>3_默认主题</vt:lpstr>
      <vt:lpstr>14_默认主题</vt:lpstr>
      <vt:lpstr>1_Office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Robot structure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Web Remote Control System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Visual Recognition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WPS_1602085641</cp:lastModifiedBy>
  <cp:revision>41</cp:revision>
  <dcterms:created xsi:type="dcterms:W3CDTF">2026-05-11T08:06:00Z</dcterms:created>
  <dcterms:modified xsi:type="dcterms:W3CDTF">2026-05-17T12:40:27Z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C34542E1C57E4026BCDDDDFEFD5F0B57_12</vt:lpwstr>
  </property>
</Properties>
</file>